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726" y="-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64A4E2A-9198-4579-9069-76483B9E63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5363" name="Picture 3"/>
          <p:cNvPicPr>
            <a:picLocks noChangeAspect="1" noChangeArrowheads="1"/>
          </p:cNvPicPr>
          <p:nvPr userDrawn="1"/>
        </p:nvPicPr>
        <p:blipFill>
          <a:blip r:embed="rId2" cstate="email">
            <a:lum bright="20000" contrast="-30000"/>
          </a:blip>
          <a:srcRect/>
          <a:stretch>
            <a:fillRect/>
          </a:stretch>
        </p:blipFill>
        <p:spPr bwMode="auto">
          <a:xfrm>
            <a:off x="0" y="714375"/>
            <a:ext cx="6838950" cy="842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5A8BE2-1AAA-45DF-9FC8-6D358013CE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1B3686-0F26-4CEE-8F0B-27F3D98D32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67C27-5817-4745-93F8-C6B198B85B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B9FB50-0093-4497-8229-5AB078FCC6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F7C539-FAF1-4356-A9B4-8E57007236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4E1FD0-C063-4736-A9C1-76196E4CC1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F8FC9C-75DD-4284-B35F-6868A92E28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D5862F-2CF3-4ACF-A1D1-F272735535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D987AD-E635-4D4B-B94D-03CB81062B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22E10D-5732-447E-9634-0A92FA2426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366184"/>
            <a:ext cx="61722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2133601"/>
            <a:ext cx="6172200" cy="6034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42900" y="8326967"/>
            <a:ext cx="1600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26967"/>
            <a:ext cx="21717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26967"/>
            <a:ext cx="16002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4B6736DD-E715-44E0-842A-8B51380F674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Line 235"/>
          <p:cNvSpPr>
            <a:spLocks noChangeShapeType="1"/>
          </p:cNvSpPr>
          <p:nvPr/>
        </p:nvSpPr>
        <p:spPr bwMode="auto">
          <a:xfrm rot="10800000">
            <a:off x="4457700" y="7416800"/>
            <a:ext cx="97940" cy="0"/>
          </a:xfrm>
          <a:prstGeom prst="line">
            <a:avLst/>
          </a:prstGeom>
          <a:noFill/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lIns="36576" tIns="36576" rIns="36576" bIns="36576"/>
          <a:lstStyle/>
          <a:p>
            <a:endParaRPr lang="en-US"/>
          </a:p>
        </p:txBody>
      </p:sp>
      <p:grpSp>
        <p:nvGrpSpPr>
          <p:cNvPr id="3074" name="Group 6"/>
          <p:cNvGrpSpPr>
            <a:grpSpLocks/>
          </p:cNvGrpSpPr>
          <p:nvPr/>
        </p:nvGrpSpPr>
        <p:grpSpPr bwMode="auto">
          <a:xfrm rot="16200000">
            <a:off x="7744687" y="7698944"/>
            <a:ext cx="120299" cy="115026"/>
            <a:chOff x="112445800" y="114096800"/>
            <a:chExt cx="171450" cy="171450"/>
          </a:xfrm>
        </p:grpSpPr>
        <p:sp>
          <p:nvSpPr>
            <p:cNvPr id="3388" name="Oval 7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89" name="Rectangle 8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075" name="Group 9"/>
          <p:cNvGrpSpPr>
            <a:grpSpLocks/>
          </p:cNvGrpSpPr>
          <p:nvPr/>
        </p:nvGrpSpPr>
        <p:grpSpPr bwMode="auto">
          <a:xfrm rot="16200000">
            <a:off x="7693564" y="8073207"/>
            <a:ext cx="120299" cy="115026"/>
            <a:chOff x="112445800" y="114096800"/>
            <a:chExt cx="171450" cy="171450"/>
          </a:xfrm>
        </p:grpSpPr>
        <p:sp>
          <p:nvSpPr>
            <p:cNvPr id="3386" name="Oval 10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87" name="Rectangle 11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076" name="Group 13"/>
          <p:cNvGrpSpPr>
            <a:grpSpLocks/>
          </p:cNvGrpSpPr>
          <p:nvPr/>
        </p:nvGrpSpPr>
        <p:grpSpPr bwMode="auto">
          <a:xfrm rot="16200000">
            <a:off x="2590800" y="1676400"/>
            <a:ext cx="76200" cy="76200"/>
            <a:chOff x="112445800" y="114096800"/>
            <a:chExt cx="171450" cy="171450"/>
          </a:xfrm>
        </p:grpSpPr>
        <p:sp>
          <p:nvSpPr>
            <p:cNvPr id="3384" name="Oval 14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85" name="Rectangle 15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077" name="Group 16"/>
          <p:cNvGrpSpPr>
            <a:grpSpLocks/>
          </p:cNvGrpSpPr>
          <p:nvPr/>
        </p:nvGrpSpPr>
        <p:grpSpPr bwMode="auto">
          <a:xfrm rot="16200000">
            <a:off x="10253965" y="2136237"/>
            <a:ext cx="120299" cy="115026"/>
            <a:chOff x="112445800" y="114096800"/>
            <a:chExt cx="171450" cy="171450"/>
          </a:xfrm>
        </p:grpSpPr>
        <p:sp>
          <p:nvSpPr>
            <p:cNvPr id="3382" name="Oval 17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83" name="Rectangle 18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078" name="Group 19"/>
          <p:cNvGrpSpPr>
            <a:grpSpLocks/>
          </p:cNvGrpSpPr>
          <p:nvPr/>
        </p:nvGrpSpPr>
        <p:grpSpPr bwMode="auto">
          <a:xfrm rot="16200000">
            <a:off x="10262486" y="2459261"/>
            <a:ext cx="120299" cy="115026"/>
            <a:chOff x="112445800" y="114096800"/>
            <a:chExt cx="171450" cy="171450"/>
          </a:xfrm>
        </p:grpSpPr>
        <p:sp>
          <p:nvSpPr>
            <p:cNvPr id="3380" name="Oval 20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81" name="Rectangle 21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079" name="Group 22"/>
          <p:cNvGrpSpPr>
            <a:grpSpLocks/>
          </p:cNvGrpSpPr>
          <p:nvPr/>
        </p:nvGrpSpPr>
        <p:grpSpPr bwMode="auto">
          <a:xfrm rot="16200000">
            <a:off x="9802380" y="2138464"/>
            <a:ext cx="120299" cy="115026"/>
            <a:chOff x="112445800" y="114096800"/>
            <a:chExt cx="171450" cy="171450"/>
          </a:xfrm>
        </p:grpSpPr>
        <p:sp>
          <p:nvSpPr>
            <p:cNvPr id="3378" name="Oval 23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79" name="Rectangle 24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080" name="Group 25"/>
          <p:cNvGrpSpPr>
            <a:grpSpLocks/>
          </p:cNvGrpSpPr>
          <p:nvPr/>
        </p:nvGrpSpPr>
        <p:grpSpPr bwMode="auto">
          <a:xfrm rot="16200000">
            <a:off x="10268875" y="3032908"/>
            <a:ext cx="120299" cy="115026"/>
            <a:chOff x="112445800" y="114096800"/>
            <a:chExt cx="171450" cy="171450"/>
          </a:xfrm>
        </p:grpSpPr>
        <p:sp>
          <p:nvSpPr>
            <p:cNvPr id="3376" name="Oval 26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77" name="Rectangle 27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081" name="Group 28"/>
          <p:cNvGrpSpPr>
            <a:grpSpLocks/>
          </p:cNvGrpSpPr>
          <p:nvPr/>
        </p:nvGrpSpPr>
        <p:grpSpPr bwMode="auto">
          <a:xfrm rot="16200000">
            <a:off x="8520049" y="4758306"/>
            <a:ext cx="120299" cy="115026"/>
            <a:chOff x="112445800" y="114096800"/>
            <a:chExt cx="171450" cy="171450"/>
          </a:xfrm>
        </p:grpSpPr>
        <p:sp>
          <p:nvSpPr>
            <p:cNvPr id="3374" name="Oval 29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75" name="Rectangle 30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082" name="Group 31"/>
          <p:cNvGrpSpPr>
            <a:grpSpLocks/>
          </p:cNvGrpSpPr>
          <p:nvPr/>
        </p:nvGrpSpPr>
        <p:grpSpPr bwMode="auto">
          <a:xfrm rot="16200000">
            <a:off x="8226093" y="4758306"/>
            <a:ext cx="120299" cy="115026"/>
            <a:chOff x="112445800" y="114096800"/>
            <a:chExt cx="171450" cy="171450"/>
          </a:xfrm>
        </p:grpSpPr>
        <p:sp>
          <p:nvSpPr>
            <p:cNvPr id="3372" name="Oval 32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73" name="Rectangle 33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20" name="Group 319"/>
          <p:cNvGrpSpPr/>
          <p:nvPr/>
        </p:nvGrpSpPr>
        <p:grpSpPr>
          <a:xfrm rot="1311441">
            <a:off x="1605149" y="8586293"/>
            <a:ext cx="294903" cy="83526"/>
            <a:chOff x="1676400" y="8229599"/>
            <a:chExt cx="496027" cy="120299"/>
          </a:xfrm>
        </p:grpSpPr>
        <p:grpSp>
          <p:nvGrpSpPr>
            <p:cNvPr id="3083" name="Group 34"/>
            <p:cNvGrpSpPr>
              <a:grpSpLocks/>
            </p:cNvGrpSpPr>
            <p:nvPr/>
          </p:nvGrpSpPr>
          <p:grpSpPr bwMode="auto">
            <a:xfrm rot="16200000">
              <a:off x="2054764" y="8232236"/>
              <a:ext cx="120299" cy="115026"/>
              <a:chOff x="112445800" y="114096800"/>
              <a:chExt cx="171450" cy="171450"/>
            </a:xfrm>
          </p:grpSpPr>
          <p:sp>
            <p:nvSpPr>
              <p:cNvPr id="3370" name="Oval 35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3371" name="Rectangle 36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3084" name="Group 37"/>
            <p:cNvGrpSpPr>
              <a:grpSpLocks/>
            </p:cNvGrpSpPr>
            <p:nvPr/>
          </p:nvGrpSpPr>
          <p:grpSpPr bwMode="auto">
            <a:xfrm rot="16200000">
              <a:off x="1673763" y="8232236"/>
              <a:ext cx="120299" cy="115026"/>
              <a:chOff x="112445800" y="114096800"/>
              <a:chExt cx="171450" cy="171450"/>
            </a:xfrm>
          </p:grpSpPr>
          <p:sp>
            <p:nvSpPr>
              <p:cNvPr id="3368" name="Oval 3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3369" name="Rectangle 3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</p:grpSp>
      <p:grpSp>
        <p:nvGrpSpPr>
          <p:cNvPr id="3085" name="Group 40"/>
          <p:cNvGrpSpPr>
            <a:grpSpLocks/>
          </p:cNvGrpSpPr>
          <p:nvPr/>
        </p:nvGrpSpPr>
        <p:grpSpPr bwMode="auto">
          <a:xfrm rot="16200000">
            <a:off x="8524310" y="2739959"/>
            <a:ext cx="120299" cy="115026"/>
            <a:chOff x="112445800" y="114096800"/>
            <a:chExt cx="171450" cy="171450"/>
          </a:xfrm>
        </p:grpSpPr>
        <p:sp>
          <p:nvSpPr>
            <p:cNvPr id="3366" name="Oval 41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67" name="Rectangle 42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086" name="Group 43"/>
          <p:cNvGrpSpPr>
            <a:grpSpLocks/>
          </p:cNvGrpSpPr>
          <p:nvPr/>
        </p:nvGrpSpPr>
        <p:grpSpPr bwMode="auto">
          <a:xfrm rot="16200000">
            <a:off x="8319819" y="2726592"/>
            <a:ext cx="120299" cy="115026"/>
            <a:chOff x="112445800" y="114096800"/>
            <a:chExt cx="171450" cy="171450"/>
          </a:xfrm>
        </p:grpSpPr>
        <p:sp>
          <p:nvSpPr>
            <p:cNvPr id="3364" name="Oval 44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65" name="Rectangle 45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087" name="Group 46"/>
          <p:cNvGrpSpPr>
            <a:grpSpLocks/>
          </p:cNvGrpSpPr>
          <p:nvPr/>
        </p:nvGrpSpPr>
        <p:grpSpPr bwMode="auto">
          <a:xfrm rot="16200000">
            <a:off x="9393398" y="2138464"/>
            <a:ext cx="120299" cy="115026"/>
            <a:chOff x="112445800" y="114096800"/>
            <a:chExt cx="171450" cy="171450"/>
          </a:xfrm>
        </p:grpSpPr>
        <p:sp>
          <p:nvSpPr>
            <p:cNvPr id="3362" name="Oval 47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63" name="Rectangle 48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088" name="Group 49"/>
          <p:cNvGrpSpPr>
            <a:grpSpLocks/>
          </p:cNvGrpSpPr>
          <p:nvPr/>
        </p:nvGrpSpPr>
        <p:grpSpPr bwMode="auto">
          <a:xfrm rot="16200000">
            <a:off x="8958854" y="2459261"/>
            <a:ext cx="120299" cy="115026"/>
            <a:chOff x="112445800" y="114096800"/>
            <a:chExt cx="171450" cy="171450"/>
          </a:xfrm>
        </p:grpSpPr>
        <p:sp>
          <p:nvSpPr>
            <p:cNvPr id="3360" name="Oval 50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61" name="Rectangle 51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089" name="Group 52"/>
          <p:cNvGrpSpPr>
            <a:grpSpLocks/>
          </p:cNvGrpSpPr>
          <p:nvPr/>
        </p:nvGrpSpPr>
        <p:grpSpPr bwMode="auto">
          <a:xfrm rot="16200000">
            <a:off x="9553450" y="6475905"/>
            <a:ext cx="106932" cy="115026"/>
            <a:chOff x="112445800" y="114096800"/>
            <a:chExt cx="171450" cy="171450"/>
          </a:xfrm>
        </p:grpSpPr>
        <p:sp>
          <p:nvSpPr>
            <p:cNvPr id="3358" name="Oval 53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59" name="Rectangle 54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090" name="Group 58"/>
          <p:cNvGrpSpPr>
            <a:grpSpLocks/>
          </p:cNvGrpSpPr>
          <p:nvPr/>
        </p:nvGrpSpPr>
        <p:grpSpPr bwMode="auto">
          <a:xfrm rot="16200000">
            <a:off x="7910837" y="7271214"/>
            <a:ext cx="120299" cy="115026"/>
            <a:chOff x="112445800" y="114096800"/>
            <a:chExt cx="171450" cy="171450"/>
          </a:xfrm>
        </p:grpSpPr>
        <p:sp>
          <p:nvSpPr>
            <p:cNvPr id="3356" name="Oval 59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57" name="Rectangle 60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091" name="Group 61"/>
          <p:cNvGrpSpPr>
            <a:grpSpLocks/>
          </p:cNvGrpSpPr>
          <p:nvPr/>
        </p:nvGrpSpPr>
        <p:grpSpPr bwMode="auto">
          <a:xfrm rot="16200000">
            <a:off x="8422064" y="2352329"/>
            <a:ext cx="120299" cy="115026"/>
            <a:chOff x="112445800" y="114096800"/>
            <a:chExt cx="171450" cy="171450"/>
          </a:xfrm>
        </p:grpSpPr>
        <p:sp>
          <p:nvSpPr>
            <p:cNvPr id="3354" name="Oval 62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55" name="Rectangle 63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092" name="Group 70"/>
          <p:cNvGrpSpPr>
            <a:grpSpLocks/>
          </p:cNvGrpSpPr>
          <p:nvPr/>
        </p:nvGrpSpPr>
        <p:grpSpPr bwMode="auto">
          <a:xfrm rot="16200000">
            <a:off x="9840722" y="2499361"/>
            <a:ext cx="120299" cy="115026"/>
            <a:chOff x="112445800" y="114096800"/>
            <a:chExt cx="171450" cy="171450"/>
          </a:xfrm>
        </p:grpSpPr>
        <p:sp>
          <p:nvSpPr>
            <p:cNvPr id="3352" name="Oval 71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53" name="Rectangle 72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093" name="Group 82"/>
          <p:cNvGrpSpPr>
            <a:grpSpLocks/>
          </p:cNvGrpSpPr>
          <p:nvPr/>
        </p:nvGrpSpPr>
        <p:grpSpPr bwMode="auto">
          <a:xfrm rot="16200000">
            <a:off x="9672443" y="4299388"/>
            <a:ext cx="120299" cy="115026"/>
            <a:chOff x="112445800" y="114096800"/>
            <a:chExt cx="171450" cy="171450"/>
          </a:xfrm>
        </p:grpSpPr>
        <p:sp>
          <p:nvSpPr>
            <p:cNvPr id="3350" name="Oval 83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51" name="Rectangle 84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094" name="Group 85"/>
          <p:cNvGrpSpPr>
            <a:grpSpLocks/>
          </p:cNvGrpSpPr>
          <p:nvPr/>
        </p:nvGrpSpPr>
        <p:grpSpPr bwMode="auto">
          <a:xfrm rot="16200000">
            <a:off x="8958854" y="2138464"/>
            <a:ext cx="120299" cy="115026"/>
            <a:chOff x="112445800" y="114096800"/>
            <a:chExt cx="171450" cy="171450"/>
          </a:xfrm>
        </p:grpSpPr>
        <p:sp>
          <p:nvSpPr>
            <p:cNvPr id="3348" name="Oval 86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49" name="Rectangle 87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095" name="Group 88"/>
          <p:cNvGrpSpPr>
            <a:grpSpLocks/>
          </p:cNvGrpSpPr>
          <p:nvPr/>
        </p:nvGrpSpPr>
        <p:grpSpPr bwMode="auto">
          <a:xfrm rot="16200000">
            <a:off x="8573303" y="4190227"/>
            <a:ext cx="120299" cy="115026"/>
            <a:chOff x="112445800" y="114096800"/>
            <a:chExt cx="171450" cy="171450"/>
          </a:xfrm>
        </p:grpSpPr>
        <p:sp>
          <p:nvSpPr>
            <p:cNvPr id="3346" name="Oval 89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47" name="Rectangle 90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096" name="Group 91"/>
          <p:cNvGrpSpPr>
            <a:grpSpLocks/>
          </p:cNvGrpSpPr>
          <p:nvPr/>
        </p:nvGrpSpPr>
        <p:grpSpPr bwMode="auto">
          <a:xfrm rot="16200000">
            <a:off x="8445496" y="5252868"/>
            <a:ext cx="120299" cy="115026"/>
            <a:chOff x="112445800" y="114096800"/>
            <a:chExt cx="171450" cy="171450"/>
          </a:xfrm>
        </p:grpSpPr>
        <p:sp>
          <p:nvSpPr>
            <p:cNvPr id="3344" name="Oval 92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45" name="Rectangle 93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097" name="Group 94"/>
          <p:cNvGrpSpPr>
            <a:grpSpLocks/>
          </p:cNvGrpSpPr>
          <p:nvPr/>
        </p:nvGrpSpPr>
        <p:grpSpPr bwMode="auto">
          <a:xfrm rot="16200000">
            <a:off x="9589369" y="5238387"/>
            <a:ext cx="120299" cy="115026"/>
            <a:chOff x="112445800" y="114096800"/>
            <a:chExt cx="171450" cy="171450"/>
          </a:xfrm>
        </p:grpSpPr>
        <p:sp>
          <p:nvSpPr>
            <p:cNvPr id="3342" name="Oval 95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43" name="Rectangle 96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098" name="Group 97"/>
          <p:cNvGrpSpPr>
            <a:grpSpLocks/>
          </p:cNvGrpSpPr>
          <p:nvPr/>
        </p:nvGrpSpPr>
        <p:grpSpPr bwMode="auto">
          <a:xfrm rot="16200000">
            <a:off x="8498748" y="7164282"/>
            <a:ext cx="120299" cy="115026"/>
            <a:chOff x="112445800" y="114096800"/>
            <a:chExt cx="171450" cy="171450"/>
          </a:xfrm>
        </p:grpSpPr>
        <p:sp>
          <p:nvSpPr>
            <p:cNvPr id="3340" name="Oval 98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41" name="Rectangle 99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099" name="Group 100"/>
          <p:cNvGrpSpPr>
            <a:grpSpLocks/>
          </p:cNvGrpSpPr>
          <p:nvPr/>
        </p:nvGrpSpPr>
        <p:grpSpPr bwMode="auto">
          <a:xfrm rot="16200000">
            <a:off x="9834332" y="4756078"/>
            <a:ext cx="120299" cy="115026"/>
            <a:chOff x="112445800" y="114096800"/>
            <a:chExt cx="171450" cy="171450"/>
          </a:xfrm>
        </p:grpSpPr>
        <p:sp>
          <p:nvSpPr>
            <p:cNvPr id="3338" name="Oval 101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39" name="Rectangle 102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00" name="Group 109"/>
          <p:cNvGrpSpPr>
            <a:grpSpLocks/>
          </p:cNvGrpSpPr>
          <p:nvPr/>
        </p:nvGrpSpPr>
        <p:grpSpPr bwMode="auto">
          <a:xfrm rot="16200000">
            <a:off x="10262486" y="2739959"/>
            <a:ext cx="120299" cy="115026"/>
            <a:chOff x="112445800" y="114096800"/>
            <a:chExt cx="171450" cy="171450"/>
          </a:xfrm>
        </p:grpSpPr>
        <p:sp>
          <p:nvSpPr>
            <p:cNvPr id="3336" name="Oval 110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37" name="Rectangle 111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01" name="Group 115"/>
          <p:cNvGrpSpPr>
            <a:grpSpLocks/>
          </p:cNvGrpSpPr>
          <p:nvPr/>
        </p:nvGrpSpPr>
        <p:grpSpPr bwMode="auto">
          <a:xfrm rot="16200000">
            <a:off x="7744687" y="7912808"/>
            <a:ext cx="120299" cy="115026"/>
            <a:chOff x="112445800" y="114096800"/>
            <a:chExt cx="171450" cy="171450"/>
          </a:xfrm>
        </p:grpSpPr>
        <p:sp>
          <p:nvSpPr>
            <p:cNvPr id="3334" name="Oval 116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35" name="Rectangle 117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02" name="Group 121"/>
          <p:cNvGrpSpPr>
            <a:grpSpLocks/>
          </p:cNvGrpSpPr>
          <p:nvPr/>
        </p:nvGrpSpPr>
        <p:grpSpPr bwMode="auto">
          <a:xfrm rot="16200000">
            <a:off x="7961959" y="6308824"/>
            <a:ext cx="120299" cy="115026"/>
            <a:chOff x="112445800" y="114096800"/>
            <a:chExt cx="171450" cy="171450"/>
          </a:xfrm>
        </p:grpSpPr>
        <p:sp>
          <p:nvSpPr>
            <p:cNvPr id="3332" name="Oval 122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33" name="Rectangle 123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03" name="Group 124"/>
          <p:cNvGrpSpPr>
            <a:grpSpLocks/>
          </p:cNvGrpSpPr>
          <p:nvPr/>
        </p:nvGrpSpPr>
        <p:grpSpPr bwMode="auto">
          <a:xfrm rot="16200000">
            <a:off x="8000301" y="7966274"/>
            <a:ext cx="120299" cy="115026"/>
            <a:chOff x="112445800" y="114096800"/>
            <a:chExt cx="171450" cy="171450"/>
          </a:xfrm>
        </p:grpSpPr>
        <p:sp>
          <p:nvSpPr>
            <p:cNvPr id="3330" name="Oval 125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31" name="Rectangle 126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04" name="Group 127"/>
          <p:cNvGrpSpPr>
            <a:grpSpLocks/>
          </p:cNvGrpSpPr>
          <p:nvPr/>
        </p:nvGrpSpPr>
        <p:grpSpPr bwMode="auto">
          <a:xfrm rot="16200000">
            <a:off x="9853503" y="5774162"/>
            <a:ext cx="120299" cy="115026"/>
            <a:chOff x="112445800" y="114096800"/>
            <a:chExt cx="171450" cy="171450"/>
          </a:xfrm>
        </p:grpSpPr>
        <p:sp>
          <p:nvSpPr>
            <p:cNvPr id="3328" name="Oval 128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29" name="Rectangle 129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05" name="Group 133"/>
          <p:cNvGrpSpPr>
            <a:grpSpLocks/>
          </p:cNvGrpSpPr>
          <p:nvPr/>
        </p:nvGrpSpPr>
        <p:grpSpPr bwMode="auto">
          <a:xfrm rot="16200000">
            <a:off x="8140888" y="6841258"/>
            <a:ext cx="120299" cy="115026"/>
            <a:chOff x="112445800" y="114096800"/>
            <a:chExt cx="171450" cy="171450"/>
          </a:xfrm>
        </p:grpSpPr>
        <p:sp>
          <p:nvSpPr>
            <p:cNvPr id="3326" name="Oval 134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27" name="Rectangle 135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06" name="Group 136"/>
          <p:cNvGrpSpPr>
            <a:grpSpLocks/>
          </p:cNvGrpSpPr>
          <p:nvPr/>
        </p:nvGrpSpPr>
        <p:grpSpPr bwMode="auto">
          <a:xfrm rot="16200000">
            <a:off x="8473187" y="7485079"/>
            <a:ext cx="120299" cy="115026"/>
            <a:chOff x="112445800" y="114096800"/>
            <a:chExt cx="171450" cy="171450"/>
          </a:xfrm>
        </p:grpSpPr>
        <p:sp>
          <p:nvSpPr>
            <p:cNvPr id="3324" name="Oval 137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25" name="Rectangle 138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07" name="Group 139"/>
          <p:cNvGrpSpPr>
            <a:grpSpLocks/>
          </p:cNvGrpSpPr>
          <p:nvPr/>
        </p:nvGrpSpPr>
        <p:grpSpPr bwMode="auto">
          <a:xfrm rot="16200000">
            <a:off x="7859713" y="6896952"/>
            <a:ext cx="120299" cy="115026"/>
            <a:chOff x="112445800" y="114096800"/>
            <a:chExt cx="171450" cy="171450"/>
          </a:xfrm>
        </p:grpSpPr>
        <p:sp>
          <p:nvSpPr>
            <p:cNvPr id="3322" name="Oval 140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23" name="Rectangle 141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08" name="Group 144"/>
          <p:cNvGrpSpPr>
            <a:grpSpLocks/>
          </p:cNvGrpSpPr>
          <p:nvPr/>
        </p:nvGrpSpPr>
        <p:grpSpPr bwMode="auto">
          <a:xfrm rot="16200000">
            <a:off x="8613775" y="2138464"/>
            <a:ext cx="120299" cy="115026"/>
            <a:chOff x="112445800" y="114096800"/>
            <a:chExt cx="171450" cy="171450"/>
          </a:xfrm>
        </p:grpSpPr>
        <p:sp>
          <p:nvSpPr>
            <p:cNvPr id="3320" name="Oval 145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21" name="Rectangle 146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09" name="Group 147"/>
          <p:cNvGrpSpPr>
            <a:grpSpLocks/>
          </p:cNvGrpSpPr>
          <p:nvPr/>
        </p:nvGrpSpPr>
        <p:grpSpPr bwMode="auto">
          <a:xfrm rot="16200000">
            <a:off x="8115327" y="7859342"/>
            <a:ext cx="120299" cy="115026"/>
            <a:chOff x="112445800" y="114096800"/>
            <a:chExt cx="171450" cy="171450"/>
          </a:xfrm>
        </p:grpSpPr>
        <p:sp>
          <p:nvSpPr>
            <p:cNvPr id="3318" name="Oval 148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19" name="Rectangle 149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10" name="Group 150"/>
          <p:cNvGrpSpPr>
            <a:grpSpLocks/>
          </p:cNvGrpSpPr>
          <p:nvPr/>
        </p:nvGrpSpPr>
        <p:grpSpPr bwMode="auto">
          <a:xfrm rot="16200000">
            <a:off x="9757941" y="6262041"/>
            <a:ext cx="106932" cy="115026"/>
            <a:chOff x="112445800" y="114096800"/>
            <a:chExt cx="171450" cy="171450"/>
          </a:xfrm>
        </p:grpSpPr>
        <p:sp>
          <p:nvSpPr>
            <p:cNvPr id="3316" name="Oval 151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17" name="Rectangle 152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11" name="Group 153"/>
          <p:cNvGrpSpPr>
            <a:grpSpLocks/>
          </p:cNvGrpSpPr>
          <p:nvPr/>
        </p:nvGrpSpPr>
        <p:grpSpPr bwMode="auto">
          <a:xfrm rot="16200000">
            <a:off x="8946073" y="6815638"/>
            <a:ext cx="120299" cy="115026"/>
            <a:chOff x="112445800" y="114096800"/>
            <a:chExt cx="171450" cy="171450"/>
          </a:xfrm>
        </p:grpSpPr>
        <p:sp>
          <p:nvSpPr>
            <p:cNvPr id="3314" name="Oval 154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315" name="Rectangle 155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12" name="Group 156"/>
          <p:cNvGrpSpPr>
            <a:grpSpLocks/>
          </p:cNvGrpSpPr>
          <p:nvPr/>
        </p:nvGrpSpPr>
        <p:grpSpPr bwMode="auto">
          <a:xfrm rot="19235999">
            <a:off x="9805016" y="6730574"/>
            <a:ext cx="400462" cy="177107"/>
            <a:chOff x="108458000" y="111785400"/>
            <a:chExt cx="800100" cy="342900"/>
          </a:xfrm>
        </p:grpSpPr>
        <p:grpSp>
          <p:nvGrpSpPr>
            <p:cNvPr id="3301" name="Group 157"/>
            <p:cNvGrpSpPr>
              <a:grpSpLocks/>
            </p:cNvGrpSpPr>
            <p:nvPr/>
          </p:nvGrpSpPr>
          <p:grpSpPr bwMode="auto">
            <a:xfrm>
              <a:off x="109042200" y="111785400"/>
              <a:ext cx="171450" cy="171450"/>
              <a:chOff x="112445800" y="114096800"/>
              <a:chExt cx="171450" cy="171450"/>
            </a:xfrm>
          </p:grpSpPr>
          <p:sp>
            <p:nvSpPr>
              <p:cNvPr id="3312" name="Oval 15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3313" name="Rectangle 15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3302" name="Group 160"/>
            <p:cNvGrpSpPr>
              <a:grpSpLocks/>
            </p:cNvGrpSpPr>
            <p:nvPr/>
          </p:nvGrpSpPr>
          <p:grpSpPr bwMode="auto">
            <a:xfrm>
              <a:off x="108527850" y="111785400"/>
              <a:ext cx="171450" cy="171450"/>
              <a:chOff x="112445800" y="114096800"/>
              <a:chExt cx="171450" cy="171450"/>
            </a:xfrm>
          </p:grpSpPr>
          <p:sp>
            <p:nvSpPr>
              <p:cNvPr id="3310" name="Oval 161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3311" name="Rectangle 162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3303" name="Group 163"/>
            <p:cNvGrpSpPr>
              <a:grpSpLocks/>
            </p:cNvGrpSpPr>
            <p:nvPr/>
          </p:nvGrpSpPr>
          <p:grpSpPr bwMode="auto">
            <a:xfrm>
              <a:off x="108527850" y="111956850"/>
              <a:ext cx="171450" cy="171450"/>
              <a:chOff x="112445800" y="114096800"/>
              <a:chExt cx="171450" cy="171450"/>
            </a:xfrm>
          </p:grpSpPr>
          <p:sp>
            <p:nvSpPr>
              <p:cNvPr id="3308" name="Oval 164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3309" name="Rectangle 165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3304" name="Group 166"/>
            <p:cNvGrpSpPr>
              <a:grpSpLocks/>
            </p:cNvGrpSpPr>
            <p:nvPr/>
          </p:nvGrpSpPr>
          <p:grpSpPr bwMode="auto">
            <a:xfrm>
              <a:off x="109042200" y="111956850"/>
              <a:ext cx="171450" cy="171450"/>
              <a:chOff x="112445800" y="114096800"/>
              <a:chExt cx="171450" cy="171450"/>
            </a:xfrm>
          </p:grpSpPr>
          <p:sp>
            <p:nvSpPr>
              <p:cNvPr id="3306" name="Oval 167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3307" name="Rectangle 168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sp>
          <p:nvSpPr>
            <p:cNvPr id="3305" name="Line 169"/>
            <p:cNvSpPr>
              <a:spLocks noChangeShapeType="1"/>
            </p:cNvSpPr>
            <p:nvPr/>
          </p:nvSpPr>
          <p:spPr bwMode="auto">
            <a:xfrm>
              <a:off x="108458000" y="111956850"/>
              <a:ext cx="8001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13" name="Group 322"/>
          <p:cNvGrpSpPr>
            <a:grpSpLocks/>
          </p:cNvGrpSpPr>
          <p:nvPr/>
        </p:nvGrpSpPr>
        <p:grpSpPr bwMode="auto">
          <a:xfrm rot="16200000">
            <a:off x="10015844" y="6874612"/>
            <a:ext cx="294064" cy="306737"/>
            <a:chOff x="1608" y="3479"/>
            <a:chExt cx="360" cy="385"/>
          </a:xfrm>
        </p:grpSpPr>
        <p:grpSp>
          <p:nvGrpSpPr>
            <p:cNvPr id="3294" name="Group 67"/>
            <p:cNvGrpSpPr>
              <a:grpSpLocks/>
            </p:cNvGrpSpPr>
            <p:nvPr/>
          </p:nvGrpSpPr>
          <p:grpSpPr bwMode="auto">
            <a:xfrm>
              <a:off x="1608" y="3479"/>
              <a:ext cx="108" cy="108"/>
              <a:chOff x="112445800" y="114096800"/>
              <a:chExt cx="171450" cy="171450"/>
            </a:xfrm>
          </p:grpSpPr>
          <p:sp>
            <p:nvSpPr>
              <p:cNvPr id="3299" name="Oval 6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3300" name="Rectangle 6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3295" name="Group 79"/>
            <p:cNvGrpSpPr>
              <a:grpSpLocks/>
            </p:cNvGrpSpPr>
            <p:nvPr/>
          </p:nvGrpSpPr>
          <p:grpSpPr bwMode="auto">
            <a:xfrm>
              <a:off x="1860" y="3756"/>
              <a:ext cx="108" cy="108"/>
              <a:chOff x="112445800" y="114096800"/>
              <a:chExt cx="171450" cy="171450"/>
            </a:xfrm>
          </p:grpSpPr>
          <p:sp>
            <p:nvSpPr>
              <p:cNvPr id="3297" name="Oval 80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3298" name="Rectangle 81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sp>
          <p:nvSpPr>
            <p:cNvPr id="3296" name="Line 170"/>
            <p:cNvSpPr>
              <a:spLocks noChangeShapeType="1"/>
            </p:cNvSpPr>
            <p:nvPr/>
          </p:nvSpPr>
          <p:spPr bwMode="auto">
            <a:xfrm>
              <a:off x="1644" y="3504"/>
              <a:ext cx="252" cy="288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sp>
        <p:nvSpPr>
          <p:cNvPr id="3114" name="Freeform 171"/>
          <p:cNvSpPr>
            <a:spLocks/>
          </p:cNvSpPr>
          <p:nvPr/>
        </p:nvSpPr>
        <p:spPr bwMode="auto">
          <a:xfrm rot="16200000">
            <a:off x="6613437" y="3768371"/>
            <a:ext cx="5084854" cy="2169525"/>
          </a:xfrm>
          <a:custGeom>
            <a:avLst/>
            <a:gdLst>
              <a:gd name="T0" fmla="*/ 917462 w 10000"/>
              <a:gd name="T1" fmla="*/ 1644679 h 10000"/>
              <a:gd name="T2" fmla="*/ 1552294 w 10000"/>
              <a:gd name="T3" fmla="*/ 1638212 h 10000"/>
              <a:gd name="T4" fmla="*/ 2155964 w 10000"/>
              <a:gd name="T5" fmla="*/ 1403442 h 10000"/>
              <a:gd name="T6" fmla="*/ 2600201 w 10000"/>
              <a:gd name="T7" fmla="*/ 1009573 h 10000"/>
              <a:gd name="T8" fmla="*/ 2746589 w 10000"/>
              <a:gd name="T9" fmla="*/ 508020 h 10000"/>
              <a:gd name="T10" fmla="*/ 3337215 w 10000"/>
              <a:gd name="T11" fmla="*/ 444639 h 10000"/>
              <a:gd name="T12" fmla="*/ 4461215 w 10000"/>
              <a:gd name="T13" fmla="*/ 603092 h 10000"/>
              <a:gd name="T14" fmla="*/ 5038795 w 10000"/>
              <a:gd name="T15" fmla="*/ 1288968 h 10000"/>
              <a:gd name="T16" fmla="*/ 5516368 w 10000"/>
              <a:gd name="T17" fmla="*/ 1868454 h 10000"/>
              <a:gd name="T18" fmla="*/ 6270776 w 10000"/>
              <a:gd name="T19" fmla="*/ 2836959 h 10000"/>
              <a:gd name="T20" fmla="*/ 7104173 w 10000"/>
              <a:gd name="T21" fmla="*/ 2998645 h 10000"/>
              <a:gd name="T22" fmla="*/ 7126639 w 10000"/>
              <a:gd name="T23" fmla="*/ 1428666 h 10000"/>
              <a:gd name="T24" fmla="*/ 6988222 w 10000"/>
              <a:gd name="T25" fmla="*/ 882810 h 10000"/>
              <a:gd name="T26" fmla="*/ 6600511 w 10000"/>
              <a:gd name="T27" fmla="*/ 616027 h 10000"/>
              <a:gd name="T28" fmla="*/ 6105546 w 10000"/>
              <a:gd name="T29" fmla="*/ 717566 h 10000"/>
              <a:gd name="T30" fmla="*/ 5343167 w 10000"/>
              <a:gd name="T31" fmla="*/ 1470057 h 10000"/>
              <a:gd name="T32" fmla="*/ 4886610 w 10000"/>
              <a:gd name="T33" fmla="*/ 2203469 h 10000"/>
              <a:gd name="T34" fmla="*/ 4505421 w 10000"/>
              <a:gd name="T35" fmla="*/ 2755792 h 10000"/>
              <a:gd name="T36" fmla="*/ 3793772 w 10000"/>
              <a:gd name="T37" fmla="*/ 2508410 h 10000"/>
              <a:gd name="T38" fmla="*/ 2873411 w 10000"/>
              <a:gd name="T39" fmla="*/ 2629029 h 10000"/>
              <a:gd name="T40" fmla="*/ 2282785 w 10000"/>
              <a:gd name="T41" fmla="*/ 1555751 h 10000"/>
              <a:gd name="T42" fmla="*/ 1749411 w 10000"/>
              <a:gd name="T43" fmla="*/ 323697 h 10000"/>
              <a:gd name="T44" fmla="*/ 885576 w 10000"/>
              <a:gd name="T45" fmla="*/ 19079 h 10000"/>
              <a:gd name="T46" fmla="*/ 174651 w 10000"/>
              <a:gd name="T47" fmla="*/ 209546 h 10000"/>
              <a:gd name="T48" fmla="*/ 47830 w 10000"/>
              <a:gd name="T49" fmla="*/ 984350 h 10000"/>
              <a:gd name="T50" fmla="*/ 460181 w 10000"/>
              <a:gd name="T51" fmla="*/ 1498514 h 10000"/>
              <a:gd name="T52" fmla="*/ 910940 w 10000"/>
              <a:gd name="T53" fmla="*/ 1644679 h 10000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10000" h="10000">
                <a:moveTo>
                  <a:pt x="1266" y="5086"/>
                </a:moveTo>
                <a:cubicBezTo>
                  <a:pt x="1413" y="5081"/>
                  <a:pt x="1858" y="5189"/>
                  <a:pt x="2142" y="5066"/>
                </a:cubicBezTo>
                <a:cubicBezTo>
                  <a:pt x="2427" y="4944"/>
                  <a:pt x="2734" y="4664"/>
                  <a:pt x="2975" y="4340"/>
                </a:cubicBezTo>
                <a:cubicBezTo>
                  <a:pt x="3216" y="4016"/>
                  <a:pt x="3452" y="3584"/>
                  <a:pt x="3588" y="3122"/>
                </a:cubicBezTo>
                <a:cubicBezTo>
                  <a:pt x="3724" y="2661"/>
                  <a:pt x="3621" y="1861"/>
                  <a:pt x="3790" y="1571"/>
                </a:cubicBezTo>
                <a:cubicBezTo>
                  <a:pt x="3958" y="1281"/>
                  <a:pt x="4210" y="1325"/>
                  <a:pt x="4605" y="1375"/>
                </a:cubicBezTo>
                <a:cubicBezTo>
                  <a:pt x="4999" y="1424"/>
                  <a:pt x="5765" y="1430"/>
                  <a:pt x="6156" y="1865"/>
                </a:cubicBezTo>
                <a:cubicBezTo>
                  <a:pt x="6547" y="2300"/>
                  <a:pt x="6710" y="3334"/>
                  <a:pt x="6953" y="3986"/>
                </a:cubicBezTo>
                <a:cubicBezTo>
                  <a:pt x="7196" y="4639"/>
                  <a:pt x="7329" y="4980"/>
                  <a:pt x="7612" y="5778"/>
                </a:cubicBezTo>
                <a:cubicBezTo>
                  <a:pt x="7895" y="6576"/>
                  <a:pt x="8287" y="8189"/>
                  <a:pt x="8653" y="8773"/>
                </a:cubicBezTo>
                <a:cubicBezTo>
                  <a:pt x="9019" y="9357"/>
                  <a:pt x="9606" y="10000"/>
                  <a:pt x="9803" y="9273"/>
                </a:cubicBezTo>
                <a:cubicBezTo>
                  <a:pt x="10000" y="8547"/>
                  <a:pt x="9860" y="5508"/>
                  <a:pt x="9834" y="4418"/>
                </a:cubicBezTo>
                <a:cubicBezTo>
                  <a:pt x="9807" y="3328"/>
                  <a:pt x="9763" y="3147"/>
                  <a:pt x="9643" y="2730"/>
                </a:cubicBezTo>
                <a:cubicBezTo>
                  <a:pt x="9522" y="2312"/>
                  <a:pt x="9312" y="1988"/>
                  <a:pt x="9108" y="1905"/>
                </a:cubicBezTo>
                <a:cubicBezTo>
                  <a:pt x="8905" y="1821"/>
                  <a:pt x="8714" y="1777"/>
                  <a:pt x="8425" y="2219"/>
                </a:cubicBezTo>
                <a:cubicBezTo>
                  <a:pt x="8136" y="2661"/>
                  <a:pt x="7653" y="3780"/>
                  <a:pt x="7373" y="4546"/>
                </a:cubicBezTo>
                <a:cubicBezTo>
                  <a:pt x="7093" y="5312"/>
                  <a:pt x="6936" y="6152"/>
                  <a:pt x="6743" y="6814"/>
                </a:cubicBezTo>
                <a:cubicBezTo>
                  <a:pt x="6550" y="7477"/>
                  <a:pt x="6468" y="8365"/>
                  <a:pt x="6217" y="8522"/>
                </a:cubicBezTo>
                <a:cubicBezTo>
                  <a:pt x="5966" y="8679"/>
                  <a:pt x="5610" y="7820"/>
                  <a:pt x="5235" y="7757"/>
                </a:cubicBezTo>
                <a:cubicBezTo>
                  <a:pt x="4861" y="7693"/>
                  <a:pt x="4313" y="8621"/>
                  <a:pt x="3965" y="8130"/>
                </a:cubicBezTo>
                <a:cubicBezTo>
                  <a:pt x="3617" y="7639"/>
                  <a:pt x="3409" y="5999"/>
                  <a:pt x="3150" y="4811"/>
                </a:cubicBezTo>
                <a:cubicBezTo>
                  <a:pt x="2892" y="3623"/>
                  <a:pt x="2736" y="1792"/>
                  <a:pt x="2414" y="1001"/>
                </a:cubicBezTo>
                <a:cubicBezTo>
                  <a:pt x="2092" y="211"/>
                  <a:pt x="1584" y="118"/>
                  <a:pt x="1222" y="59"/>
                </a:cubicBezTo>
                <a:cubicBezTo>
                  <a:pt x="861" y="0"/>
                  <a:pt x="434" y="152"/>
                  <a:pt x="241" y="648"/>
                </a:cubicBezTo>
                <a:cubicBezTo>
                  <a:pt x="48" y="1144"/>
                  <a:pt x="0" y="2381"/>
                  <a:pt x="66" y="3044"/>
                </a:cubicBezTo>
                <a:cubicBezTo>
                  <a:pt x="131" y="3706"/>
                  <a:pt x="436" y="4296"/>
                  <a:pt x="635" y="4634"/>
                </a:cubicBezTo>
                <a:cubicBezTo>
                  <a:pt x="835" y="4973"/>
                  <a:pt x="1128" y="4993"/>
                  <a:pt x="1257" y="5086"/>
                </a:cubicBezTo>
              </a:path>
            </a:pathLst>
          </a:custGeom>
          <a:noFill/>
          <a:ln w="9525" cap="flat">
            <a:solidFill>
              <a:srgbClr val="000000"/>
            </a:solidFill>
            <a:round/>
            <a:headEnd/>
            <a:tailEnd/>
          </a:ln>
        </p:spPr>
        <p:txBody>
          <a:bodyPr lIns="36576" tIns="36576" rIns="36576" bIns="36576"/>
          <a:lstStyle/>
          <a:p>
            <a:endParaRPr lang="en-US"/>
          </a:p>
        </p:txBody>
      </p:sp>
      <p:grpSp>
        <p:nvGrpSpPr>
          <p:cNvPr id="3115" name="Group 175"/>
          <p:cNvGrpSpPr>
            <a:grpSpLocks/>
          </p:cNvGrpSpPr>
          <p:nvPr/>
        </p:nvGrpSpPr>
        <p:grpSpPr bwMode="auto">
          <a:xfrm rot="16200000">
            <a:off x="9444520" y="3635516"/>
            <a:ext cx="120299" cy="115026"/>
            <a:chOff x="112445800" y="114096800"/>
            <a:chExt cx="171450" cy="171450"/>
          </a:xfrm>
        </p:grpSpPr>
        <p:sp>
          <p:nvSpPr>
            <p:cNvPr id="3292" name="Oval 176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93" name="Rectangle 177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sp>
        <p:nvSpPr>
          <p:cNvPr id="3116" name="Freeform 179"/>
          <p:cNvSpPr>
            <a:spLocks/>
          </p:cNvSpPr>
          <p:nvPr/>
        </p:nvSpPr>
        <p:spPr bwMode="auto">
          <a:xfrm rot="16200000">
            <a:off x="7627351" y="7541564"/>
            <a:ext cx="1100512" cy="732760"/>
          </a:xfrm>
          <a:custGeom>
            <a:avLst/>
            <a:gdLst>
              <a:gd name="T0" fmla="*/ 0 w 8874"/>
              <a:gd name="T1" fmla="*/ 0 h 5289"/>
              <a:gd name="T2" fmla="*/ 869956 w 8874"/>
              <a:gd name="T3" fmla="*/ 279435 h 5289"/>
              <a:gd name="T4" fmla="*/ 1454287 w 8874"/>
              <a:gd name="T5" fmla="*/ 743095 h 5289"/>
              <a:gd name="T6" fmla="*/ 1555740 w 8874"/>
              <a:gd name="T7" fmla="*/ 1092337 h 528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8874" h="5289">
                <a:moveTo>
                  <a:pt x="0" y="0"/>
                </a:moveTo>
                <a:cubicBezTo>
                  <a:pt x="1571" y="237"/>
                  <a:pt x="3551" y="753"/>
                  <a:pt x="4922" y="1353"/>
                </a:cubicBezTo>
                <a:cubicBezTo>
                  <a:pt x="6293" y="1953"/>
                  <a:pt x="7581" y="2944"/>
                  <a:pt x="8228" y="3598"/>
                </a:cubicBezTo>
                <a:cubicBezTo>
                  <a:pt x="8874" y="4251"/>
                  <a:pt x="8685" y="4936"/>
                  <a:pt x="8802" y="5289"/>
                </a:cubicBezTo>
              </a:path>
            </a:pathLst>
          </a:custGeom>
          <a:noFill/>
          <a:ln w="9525" cap="flat" algn="ctr">
            <a:solidFill>
              <a:srgbClr val="000000"/>
            </a:solidFill>
            <a:round/>
            <a:headEnd/>
            <a:tailEnd/>
          </a:ln>
        </p:spPr>
        <p:txBody>
          <a:bodyPr lIns="36576" tIns="36576" rIns="36576" bIns="36576"/>
          <a:lstStyle/>
          <a:p>
            <a:endParaRPr lang="en-US"/>
          </a:p>
        </p:txBody>
      </p:sp>
      <p:grpSp>
        <p:nvGrpSpPr>
          <p:cNvPr id="3117" name="Group 301"/>
          <p:cNvGrpSpPr>
            <a:grpSpLocks/>
          </p:cNvGrpSpPr>
          <p:nvPr/>
        </p:nvGrpSpPr>
        <p:grpSpPr bwMode="auto">
          <a:xfrm rot="16200000">
            <a:off x="8493947" y="6786495"/>
            <a:ext cx="169310" cy="179995"/>
            <a:chOff x="2004" y="1956"/>
            <a:chExt cx="152" cy="169"/>
          </a:xfrm>
        </p:grpSpPr>
        <p:sp>
          <p:nvSpPr>
            <p:cNvPr id="3290" name="Oval 182"/>
            <p:cNvSpPr>
              <a:spLocks noChangeArrowheads="1"/>
            </p:cNvSpPr>
            <p:nvPr/>
          </p:nvSpPr>
          <p:spPr bwMode="auto">
            <a:xfrm>
              <a:off x="2004" y="1956"/>
              <a:ext cx="152" cy="169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91" name="Oval 183"/>
            <p:cNvSpPr>
              <a:spLocks noChangeArrowheads="1"/>
            </p:cNvSpPr>
            <p:nvPr/>
          </p:nvSpPr>
          <p:spPr bwMode="auto">
            <a:xfrm>
              <a:off x="2040" y="1992"/>
              <a:ext cx="81" cy="98"/>
            </a:xfrm>
            <a:prstGeom prst="ellipse">
              <a:avLst/>
            </a:prstGeom>
            <a:solidFill>
              <a:srgbClr val="CCCCCC"/>
            </a:solidFill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19" name="Group 299"/>
          <p:cNvGrpSpPr>
            <a:grpSpLocks/>
          </p:cNvGrpSpPr>
          <p:nvPr/>
        </p:nvGrpSpPr>
        <p:grpSpPr bwMode="auto">
          <a:xfrm rot="16200000">
            <a:off x="8890149" y="2669602"/>
            <a:ext cx="169310" cy="179995"/>
            <a:chOff x="4984" y="1956"/>
            <a:chExt cx="152" cy="169"/>
          </a:xfrm>
        </p:grpSpPr>
        <p:sp>
          <p:nvSpPr>
            <p:cNvPr id="3286" name="Oval 186"/>
            <p:cNvSpPr>
              <a:spLocks noChangeArrowheads="1"/>
            </p:cNvSpPr>
            <p:nvPr/>
          </p:nvSpPr>
          <p:spPr bwMode="auto">
            <a:xfrm>
              <a:off x="4984" y="1956"/>
              <a:ext cx="152" cy="169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87" name="Oval 187"/>
            <p:cNvSpPr>
              <a:spLocks noChangeArrowheads="1"/>
            </p:cNvSpPr>
            <p:nvPr/>
          </p:nvSpPr>
          <p:spPr bwMode="auto">
            <a:xfrm>
              <a:off x="5019" y="1992"/>
              <a:ext cx="81" cy="98"/>
            </a:xfrm>
            <a:prstGeom prst="ellipse">
              <a:avLst/>
            </a:prstGeom>
            <a:solidFill>
              <a:srgbClr val="CCCCCC"/>
            </a:solidFill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sp>
        <p:nvSpPr>
          <p:cNvPr id="3120" name="Line 205"/>
          <p:cNvSpPr>
            <a:spLocks noChangeShapeType="1"/>
          </p:cNvSpPr>
          <p:nvPr/>
        </p:nvSpPr>
        <p:spPr bwMode="auto">
          <a:xfrm rot="16200000" flipH="1" flipV="1">
            <a:off x="8165572" y="7445858"/>
            <a:ext cx="160398" cy="15336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  <p:txBody>
          <a:bodyPr lIns="36576" tIns="36576" rIns="36576" bIns="36576"/>
          <a:lstStyle/>
          <a:p>
            <a:endParaRPr lang="en-US"/>
          </a:p>
        </p:txBody>
      </p:sp>
      <p:grpSp>
        <p:nvGrpSpPr>
          <p:cNvPr id="3121" name="Group 315"/>
          <p:cNvGrpSpPr>
            <a:grpSpLocks/>
          </p:cNvGrpSpPr>
          <p:nvPr/>
        </p:nvGrpSpPr>
        <p:grpSpPr bwMode="auto">
          <a:xfrm rot="17474171">
            <a:off x="7430145" y="4975474"/>
            <a:ext cx="213865" cy="719980"/>
            <a:chOff x="816" y="1092"/>
            <a:chExt cx="218" cy="828"/>
          </a:xfrm>
        </p:grpSpPr>
        <p:grpSp>
          <p:nvGrpSpPr>
            <p:cNvPr id="3275" name="Group 118"/>
            <p:cNvGrpSpPr>
              <a:grpSpLocks/>
            </p:cNvGrpSpPr>
            <p:nvPr/>
          </p:nvGrpSpPr>
          <p:grpSpPr bwMode="auto">
            <a:xfrm>
              <a:off x="926" y="1164"/>
              <a:ext cx="108" cy="108"/>
              <a:chOff x="112445800" y="114096800"/>
              <a:chExt cx="171450" cy="171450"/>
            </a:xfrm>
          </p:grpSpPr>
          <p:sp>
            <p:nvSpPr>
              <p:cNvPr id="3284" name="Oval 119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3285" name="Rectangle 120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sp>
          <p:nvSpPr>
            <p:cNvPr id="3276" name="Oval 142"/>
            <p:cNvSpPr>
              <a:spLocks noChangeArrowheads="1"/>
            </p:cNvSpPr>
            <p:nvPr/>
          </p:nvSpPr>
          <p:spPr bwMode="auto">
            <a:xfrm>
              <a:off x="832" y="1184"/>
              <a:ext cx="72" cy="72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77" name="Rectangle 143"/>
            <p:cNvSpPr>
              <a:spLocks noChangeArrowheads="1"/>
            </p:cNvSpPr>
            <p:nvPr/>
          </p:nvSpPr>
          <p:spPr bwMode="auto">
            <a:xfrm>
              <a:off x="816" y="1164"/>
              <a:ext cx="108" cy="108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grpSp>
          <p:nvGrpSpPr>
            <p:cNvPr id="3278" name="Group 200"/>
            <p:cNvGrpSpPr>
              <a:grpSpLocks/>
            </p:cNvGrpSpPr>
            <p:nvPr/>
          </p:nvGrpSpPr>
          <p:grpSpPr bwMode="auto">
            <a:xfrm>
              <a:off x="926" y="1722"/>
              <a:ext cx="108" cy="108"/>
              <a:chOff x="112445800" y="114096800"/>
              <a:chExt cx="171450" cy="171450"/>
            </a:xfrm>
          </p:grpSpPr>
          <p:sp>
            <p:nvSpPr>
              <p:cNvPr id="3282" name="Oval 201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3283" name="Rectangle 202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sp>
          <p:nvSpPr>
            <p:cNvPr id="3279" name="Oval 203"/>
            <p:cNvSpPr>
              <a:spLocks noChangeArrowheads="1"/>
            </p:cNvSpPr>
            <p:nvPr/>
          </p:nvSpPr>
          <p:spPr bwMode="auto">
            <a:xfrm>
              <a:off x="832" y="1742"/>
              <a:ext cx="72" cy="72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80" name="Rectangle 204"/>
            <p:cNvSpPr>
              <a:spLocks noChangeArrowheads="1"/>
            </p:cNvSpPr>
            <p:nvPr/>
          </p:nvSpPr>
          <p:spPr bwMode="auto">
            <a:xfrm>
              <a:off x="816" y="1722"/>
              <a:ext cx="108" cy="108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81" name="Line 207"/>
            <p:cNvSpPr>
              <a:spLocks noChangeShapeType="1"/>
            </p:cNvSpPr>
            <p:nvPr/>
          </p:nvSpPr>
          <p:spPr bwMode="auto">
            <a:xfrm flipH="1">
              <a:off x="924" y="1092"/>
              <a:ext cx="0" cy="828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22" name="Group 208"/>
          <p:cNvGrpSpPr>
            <a:grpSpLocks/>
          </p:cNvGrpSpPr>
          <p:nvPr/>
        </p:nvGrpSpPr>
        <p:grpSpPr bwMode="auto">
          <a:xfrm>
            <a:off x="1219200" y="1524000"/>
            <a:ext cx="267331" cy="1226948"/>
            <a:chOff x="112509300" y="105289351"/>
            <a:chExt cx="381000" cy="1828800"/>
          </a:xfrm>
        </p:grpSpPr>
        <p:sp>
          <p:nvSpPr>
            <p:cNvPr id="3273" name="Line 209"/>
            <p:cNvSpPr>
              <a:spLocks noChangeShapeType="1"/>
            </p:cNvSpPr>
            <p:nvPr/>
          </p:nvSpPr>
          <p:spPr bwMode="auto">
            <a:xfrm rot="-5400000">
              <a:off x="111774396" y="106203750"/>
              <a:ext cx="1828800" cy="1"/>
            </a:xfrm>
            <a:prstGeom prst="line">
              <a:avLst/>
            </a:prstGeom>
            <a:noFill/>
            <a:ln w="50800" algn="ctr">
              <a:solidFill>
                <a:srgbClr val="000000"/>
              </a:solidFill>
              <a:round/>
              <a:headEnd/>
              <a:tailEnd type="triangle" w="lg" len="lg"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74" name="WordArt 210"/>
            <p:cNvSpPr>
              <a:spLocks noChangeArrowheads="1" noChangeShapeType="1" noTextEdit="1"/>
            </p:cNvSpPr>
            <p:nvPr/>
          </p:nvSpPr>
          <p:spPr bwMode="auto">
            <a:xfrm>
              <a:off x="112509300" y="106146600"/>
              <a:ext cx="381000" cy="514350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/>
              <a:r>
                <a:rPr lang="en-US" sz="3600" i="1" kern="10" dirty="0">
                  <a:ln w="9525" algn="ctr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CCCCCC"/>
                  </a:solidFill>
                  <a:latin typeface="Arial Black"/>
                </a:rPr>
                <a:t>N</a:t>
              </a:r>
            </a:p>
          </p:txBody>
        </p:sp>
      </p:grpSp>
      <p:grpSp>
        <p:nvGrpSpPr>
          <p:cNvPr id="3123" name="Group 211"/>
          <p:cNvGrpSpPr>
            <a:grpSpLocks/>
          </p:cNvGrpSpPr>
          <p:nvPr/>
        </p:nvGrpSpPr>
        <p:grpSpPr bwMode="auto">
          <a:xfrm rot="566513">
            <a:off x="2139334" y="6177935"/>
            <a:ext cx="76201" cy="76199"/>
            <a:chOff x="109928025" y="112014000"/>
            <a:chExt cx="171450" cy="171450"/>
          </a:xfrm>
        </p:grpSpPr>
        <p:sp>
          <p:nvSpPr>
            <p:cNvPr id="3271" name="AutoShape 212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72" name="Line 213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24" name="Group 214"/>
          <p:cNvGrpSpPr>
            <a:grpSpLocks/>
          </p:cNvGrpSpPr>
          <p:nvPr/>
        </p:nvGrpSpPr>
        <p:grpSpPr bwMode="auto">
          <a:xfrm rot="16200000">
            <a:off x="8460406" y="5774162"/>
            <a:ext cx="120299" cy="115026"/>
            <a:chOff x="109928025" y="112014000"/>
            <a:chExt cx="171450" cy="171450"/>
          </a:xfrm>
        </p:grpSpPr>
        <p:sp>
          <p:nvSpPr>
            <p:cNvPr id="3269" name="AutoShape 215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70" name="Line 216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25" name="Group 217"/>
          <p:cNvGrpSpPr>
            <a:grpSpLocks/>
          </p:cNvGrpSpPr>
          <p:nvPr/>
        </p:nvGrpSpPr>
        <p:grpSpPr bwMode="auto">
          <a:xfrm rot="5400000">
            <a:off x="9960009" y="4746053"/>
            <a:ext cx="120299" cy="115026"/>
            <a:chOff x="111156750" y="111756823"/>
            <a:chExt cx="171450" cy="171450"/>
          </a:xfrm>
        </p:grpSpPr>
        <p:sp>
          <p:nvSpPr>
            <p:cNvPr id="3267" name="AutoShape 218"/>
            <p:cNvSpPr>
              <a:spLocks noChangeArrowheads="1"/>
            </p:cNvSpPr>
            <p:nvPr/>
          </p:nvSpPr>
          <p:spPr bwMode="auto">
            <a:xfrm>
              <a:off x="111185324" y="111756823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68" name="Line 219"/>
            <p:cNvSpPr>
              <a:spLocks noChangeShapeType="1"/>
            </p:cNvSpPr>
            <p:nvPr/>
          </p:nvSpPr>
          <p:spPr bwMode="auto">
            <a:xfrm>
              <a:off x="111156750" y="111756823"/>
              <a:ext cx="171450" cy="1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26" name="Group 220"/>
          <p:cNvGrpSpPr>
            <a:grpSpLocks/>
          </p:cNvGrpSpPr>
          <p:nvPr/>
        </p:nvGrpSpPr>
        <p:grpSpPr bwMode="auto">
          <a:xfrm rot="16200000">
            <a:off x="9482862" y="5239501"/>
            <a:ext cx="120299" cy="115026"/>
            <a:chOff x="109928025" y="112014000"/>
            <a:chExt cx="171450" cy="171450"/>
          </a:xfrm>
        </p:grpSpPr>
        <p:sp>
          <p:nvSpPr>
            <p:cNvPr id="3265" name="AutoShape 221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66" name="Line 222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27" name="Group 223"/>
          <p:cNvGrpSpPr>
            <a:grpSpLocks/>
          </p:cNvGrpSpPr>
          <p:nvPr/>
        </p:nvGrpSpPr>
        <p:grpSpPr bwMode="auto">
          <a:xfrm rot="16200000">
            <a:off x="9546766" y="4298273"/>
            <a:ext cx="120299" cy="115026"/>
            <a:chOff x="109928025" y="112014000"/>
            <a:chExt cx="171450" cy="171450"/>
          </a:xfrm>
        </p:grpSpPr>
        <p:sp>
          <p:nvSpPr>
            <p:cNvPr id="3263" name="AutoShape 224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64" name="Line 225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28" name="Group 226"/>
          <p:cNvGrpSpPr>
            <a:grpSpLocks/>
          </p:cNvGrpSpPr>
          <p:nvPr/>
        </p:nvGrpSpPr>
        <p:grpSpPr bwMode="auto">
          <a:xfrm rot="16200000">
            <a:off x="8319819" y="5774162"/>
            <a:ext cx="120299" cy="115026"/>
            <a:chOff x="109928025" y="112014000"/>
            <a:chExt cx="171450" cy="171450"/>
          </a:xfrm>
        </p:grpSpPr>
        <p:sp>
          <p:nvSpPr>
            <p:cNvPr id="3261" name="AutoShape 227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62" name="Line 228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29" name="Group 232"/>
          <p:cNvGrpSpPr>
            <a:grpSpLocks/>
          </p:cNvGrpSpPr>
          <p:nvPr/>
        </p:nvGrpSpPr>
        <p:grpSpPr bwMode="auto">
          <a:xfrm rot="15945817">
            <a:off x="8626556" y="6522689"/>
            <a:ext cx="120299" cy="115026"/>
            <a:chOff x="112385475" y="112156875"/>
            <a:chExt cx="171450" cy="171450"/>
          </a:xfrm>
        </p:grpSpPr>
        <p:sp>
          <p:nvSpPr>
            <p:cNvPr id="3259" name="AutoShape 233"/>
            <p:cNvSpPr>
              <a:spLocks noChangeArrowheads="1"/>
            </p:cNvSpPr>
            <p:nvPr/>
          </p:nvSpPr>
          <p:spPr bwMode="auto">
            <a:xfrm>
              <a:off x="112414050" y="112156875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60" name="Line 234"/>
            <p:cNvSpPr>
              <a:spLocks noChangeShapeType="1"/>
            </p:cNvSpPr>
            <p:nvPr/>
          </p:nvSpPr>
          <p:spPr bwMode="auto">
            <a:xfrm>
              <a:off x="112385475" y="112156875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31" name="Group 236"/>
          <p:cNvGrpSpPr>
            <a:grpSpLocks/>
          </p:cNvGrpSpPr>
          <p:nvPr/>
        </p:nvGrpSpPr>
        <p:grpSpPr bwMode="auto">
          <a:xfrm rot="395284">
            <a:off x="10316245" y="2296226"/>
            <a:ext cx="115026" cy="120299"/>
            <a:chOff x="109928025" y="112014000"/>
            <a:chExt cx="171450" cy="171450"/>
          </a:xfrm>
        </p:grpSpPr>
        <p:sp>
          <p:nvSpPr>
            <p:cNvPr id="3257" name="AutoShape 237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58" name="Line 238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32" name="Group 239"/>
          <p:cNvGrpSpPr>
            <a:grpSpLocks/>
          </p:cNvGrpSpPr>
          <p:nvPr/>
        </p:nvGrpSpPr>
        <p:grpSpPr bwMode="auto">
          <a:xfrm rot="10800000">
            <a:off x="8271332" y="2991286"/>
            <a:ext cx="115026" cy="120299"/>
            <a:chOff x="112385475" y="112156875"/>
            <a:chExt cx="171450" cy="171450"/>
          </a:xfrm>
        </p:grpSpPr>
        <p:sp>
          <p:nvSpPr>
            <p:cNvPr id="3255" name="AutoShape 240"/>
            <p:cNvSpPr>
              <a:spLocks noChangeArrowheads="1"/>
            </p:cNvSpPr>
            <p:nvPr/>
          </p:nvSpPr>
          <p:spPr bwMode="auto">
            <a:xfrm>
              <a:off x="112414050" y="112156875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56" name="Line 241"/>
            <p:cNvSpPr>
              <a:spLocks noChangeShapeType="1"/>
            </p:cNvSpPr>
            <p:nvPr/>
          </p:nvSpPr>
          <p:spPr bwMode="auto">
            <a:xfrm>
              <a:off x="112385475" y="112156875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33" name="Group 242"/>
          <p:cNvGrpSpPr>
            <a:grpSpLocks/>
          </p:cNvGrpSpPr>
          <p:nvPr/>
        </p:nvGrpSpPr>
        <p:grpSpPr bwMode="auto">
          <a:xfrm rot="16200000">
            <a:off x="8728801" y="6522689"/>
            <a:ext cx="120299" cy="115026"/>
            <a:chOff x="112385475" y="112156875"/>
            <a:chExt cx="171450" cy="171450"/>
          </a:xfrm>
        </p:grpSpPr>
        <p:sp>
          <p:nvSpPr>
            <p:cNvPr id="3253" name="AutoShape 243"/>
            <p:cNvSpPr>
              <a:spLocks noChangeArrowheads="1"/>
            </p:cNvSpPr>
            <p:nvPr/>
          </p:nvSpPr>
          <p:spPr bwMode="auto">
            <a:xfrm>
              <a:off x="112414050" y="112156875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54" name="Line 244"/>
            <p:cNvSpPr>
              <a:spLocks noChangeShapeType="1"/>
            </p:cNvSpPr>
            <p:nvPr/>
          </p:nvSpPr>
          <p:spPr bwMode="auto">
            <a:xfrm>
              <a:off x="112385475" y="112156875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34" name="Group 245"/>
          <p:cNvGrpSpPr>
            <a:grpSpLocks/>
          </p:cNvGrpSpPr>
          <p:nvPr/>
        </p:nvGrpSpPr>
        <p:grpSpPr bwMode="auto">
          <a:xfrm rot="10800000">
            <a:off x="8271332" y="3258616"/>
            <a:ext cx="115026" cy="120299"/>
            <a:chOff x="112385475" y="112156875"/>
            <a:chExt cx="171450" cy="171450"/>
          </a:xfrm>
        </p:grpSpPr>
        <p:sp>
          <p:nvSpPr>
            <p:cNvPr id="3251" name="AutoShape 246"/>
            <p:cNvSpPr>
              <a:spLocks noChangeArrowheads="1"/>
            </p:cNvSpPr>
            <p:nvPr/>
          </p:nvSpPr>
          <p:spPr bwMode="auto">
            <a:xfrm>
              <a:off x="112414050" y="112156875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52" name="Line 247"/>
            <p:cNvSpPr>
              <a:spLocks noChangeShapeType="1"/>
            </p:cNvSpPr>
            <p:nvPr/>
          </p:nvSpPr>
          <p:spPr bwMode="auto">
            <a:xfrm>
              <a:off x="112385475" y="112156875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35" name="Group 248"/>
          <p:cNvGrpSpPr>
            <a:grpSpLocks/>
          </p:cNvGrpSpPr>
          <p:nvPr/>
        </p:nvGrpSpPr>
        <p:grpSpPr bwMode="auto">
          <a:xfrm rot="5400000">
            <a:off x="8677678" y="2739959"/>
            <a:ext cx="120299" cy="115026"/>
            <a:chOff x="111156750" y="111756823"/>
            <a:chExt cx="171450" cy="171450"/>
          </a:xfrm>
        </p:grpSpPr>
        <p:sp>
          <p:nvSpPr>
            <p:cNvPr id="3249" name="AutoShape 249"/>
            <p:cNvSpPr>
              <a:spLocks noChangeArrowheads="1"/>
            </p:cNvSpPr>
            <p:nvPr/>
          </p:nvSpPr>
          <p:spPr bwMode="auto">
            <a:xfrm>
              <a:off x="111185324" y="111756823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50" name="Line 250"/>
            <p:cNvSpPr>
              <a:spLocks noChangeShapeType="1"/>
            </p:cNvSpPr>
            <p:nvPr/>
          </p:nvSpPr>
          <p:spPr bwMode="auto">
            <a:xfrm>
              <a:off x="111156750" y="111756823"/>
              <a:ext cx="171450" cy="1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36" name="Group 251"/>
          <p:cNvGrpSpPr>
            <a:grpSpLocks/>
          </p:cNvGrpSpPr>
          <p:nvPr/>
        </p:nvGrpSpPr>
        <p:grpSpPr bwMode="auto">
          <a:xfrm rot="13971196">
            <a:off x="9725696" y="2619659"/>
            <a:ext cx="120299" cy="115026"/>
            <a:chOff x="109928025" y="112014000"/>
            <a:chExt cx="171450" cy="171450"/>
          </a:xfrm>
        </p:grpSpPr>
        <p:sp>
          <p:nvSpPr>
            <p:cNvPr id="3247" name="AutoShape 252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48" name="Line 253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37" name="Group 254"/>
          <p:cNvGrpSpPr>
            <a:grpSpLocks/>
          </p:cNvGrpSpPr>
          <p:nvPr/>
        </p:nvGrpSpPr>
        <p:grpSpPr bwMode="auto">
          <a:xfrm>
            <a:off x="8488604" y="7068080"/>
            <a:ext cx="115026" cy="120299"/>
            <a:chOff x="111156750" y="111756823"/>
            <a:chExt cx="171450" cy="171450"/>
          </a:xfrm>
        </p:grpSpPr>
        <p:sp>
          <p:nvSpPr>
            <p:cNvPr id="3245" name="AutoShape 255"/>
            <p:cNvSpPr>
              <a:spLocks noChangeArrowheads="1"/>
            </p:cNvSpPr>
            <p:nvPr/>
          </p:nvSpPr>
          <p:spPr bwMode="auto">
            <a:xfrm>
              <a:off x="111185324" y="111756823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46" name="Line 256"/>
            <p:cNvSpPr>
              <a:spLocks noChangeShapeType="1"/>
            </p:cNvSpPr>
            <p:nvPr/>
          </p:nvSpPr>
          <p:spPr bwMode="auto">
            <a:xfrm>
              <a:off x="111156750" y="111756823"/>
              <a:ext cx="171450" cy="1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38" name="Group 257"/>
          <p:cNvGrpSpPr>
            <a:grpSpLocks/>
          </p:cNvGrpSpPr>
          <p:nvPr/>
        </p:nvGrpSpPr>
        <p:grpSpPr bwMode="auto">
          <a:xfrm rot="16200000">
            <a:off x="8811876" y="6823436"/>
            <a:ext cx="120299" cy="115026"/>
            <a:chOff x="109928025" y="112014000"/>
            <a:chExt cx="171450" cy="171450"/>
          </a:xfrm>
        </p:grpSpPr>
        <p:sp>
          <p:nvSpPr>
            <p:cNvPr id="3243" name="AutoShape 258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44" name="Line 259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39" name="Group 260"/>
          <p:cNvGrpSpPr>
            <a:grpSpLocks/>
          </p:cNvGrpSpPr>
          <p:nvPr/>
        </p:nvGrpSpPr>
        <p:grpSpPr bwMode="auto">
          <a:xfrm rot="5400000">
            <a:off x="8255915" y="6843485"/>
            <a:ext cx="120299" cy="115026"/>
            <a:chOff x="111156750" y="111756823"/>
            <a:chExt cx="171450" cy="171450"/>
          </a:xfrm>
        </p:grpSpPr>
        <p:sp>
          <p:nvSpPr>
            <p:cNvPr id="3241" name="AutoShape 261"/>
            <p:cNvSpPr>
              <a:spLocks noChangeArrowheads="1"/>
            </p:cNvSpPr>
            <p:nvPr/>
          </p:nvSpPr>
          <p:spPr bwMode="auto">
            <a:xfrm>
              <a:off x="111185324" y="111756823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42" name="Line 262"/>
            <p:cNvSpPr>
              <a:spLocks noChangeShapeType="1"/>
            </p:cNvSpPr>
            <p:nvPr/>
          </p:nvSpPr>
          <p:spPr bwMode="auto">
            <a:xfrm>
              <a:off x="111156750" y="111756823"/>
              <a:ext cx="171450" cy="1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40" name="Group 263"/>
          <p:cNvGrpSpPr>
            <a:grpSpLocks/>
          </p:cNvGrpSpPr>
          <p:nvPr/>
        </p:nvGrpSpPr>
        <p:grpSpPr bwMode="auto">
          <a:xfrm rot="16200000">
            <a:off x="9188906" y="6790019"/>
            <a:ext cx="120299" cy="115026"/>
            <a:chOff x="112445800" y="114096800"/>
            <a:chExt cx="171450" cy="171450"/>
          </a:xfrm>
        </p:grpSpPr>
        <p:sp>
          <p:nvSpPr>
            <p:cNvPr id="3239" name="Oval 264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40" name="Rectangle 265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41" name="Group 266"/>
          <p:cNvGrpSpPr>
            <a:grpSpLocks/>
          </p:cNvGrpSpPr>
          <p:nvPr/>
        </p:nvGrpSpPr>
        <p:grpSpPr bwMode="auto">
          <a:xfrm rot="5400000">
            <a:off x="9342275" y="6576154"/>
            <a:ext cx="120299" cy="115026"/>
            <a:chOff x="111156750" y="111756823"/>
            <a:chExt cx="171450" cy="171450"/>
          </a:xfrm>
        </p:grpSpPr>
        <p:sp>
          <p:nvSpPr>
            <p:cNvPr id="3237" name="AutoShape 267"/>
            <p:cNvSpPr>
              <a:spLocks noChangeArrowheads="1"/>
            </p:cNvSpPr>
            <p:nvPr/>
          </p:nvSpPr>
          <p:spPr bwMode="auto">
            <a:xfrm>
              <a:off x="111185324" y="111756823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38" name="Line 268"/>
            <p:cNvSpPr>
              <a:spLocks noChangeShapeType="1"/>
            </p:cNvSpPr>
            <p:nvPr/>
          </p:nvSpPr>
          <p:spPr bwMode="auto">
            <a:xfrm>
              <a:off x="111156750" y="111756823"/>
              <a:ext cx="171450" cy="1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42" name="Group 269"/>
          <p:cNvGrpSpPr>
            <a:grpSpLocks/>
          </p:cNvGrpSpPr>
          <p:nvPr/>
        </p:nvGrpSpPr>
        <p:grpSpPr bwMode="auto">
          <a:xfrm rot="5400000">
            <a:off x="9291152" y="6576154"/>
            <a:ext cx="120299" cy="115026"/>
            <a:chOff x="111156750" y="111756823"/>
            <a:chExt cx="171450" cy="171450"/>
          </a:xfrm>
        </p:grpSpPr>
        <p:sp>
          <p:nvSpPr>
            <p:cNvPr id="3235" name="AutoShape 270"/>
            <p:cNvSpPr>
              <a:spLocks noChangeArrowheads="1"/>
            </p:cNvSpPr>
            <p:nvPr/>
          </p:nvSpPr>
          <p:spPr bwMode="auto">
            <a:xfrm>
              <a:off x="111185324" y="111756823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36" name="Line 271"/>
            <p:cNvSpPr>
              <a:spLocks noChangeShapeType="1"/>
            </p:cNvSpPr>
            <p:nvPr/>
          </p:nvSpPr>
          <p:spPr bwMode="auto">
            <a:xfrm>
              <a:off x="111156750" y="111756823"/>
              <a:ext cx="171450" cy="1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43" name="Group 272"/>
          <p:cNvGrpSpPr>
            <a:grpSpLocks/>
          </p:cNvGrpSpPr>
          <p:nvPr/>
        </p:nvGrpSpPr>
        <p:grpSpPr bwMode="auto">
          <a:xfrm rot="5400000">
            <a:off x="9240030" y="6576154"/>
            <a:ext cx="120299" cy="115026"/>
            <a:chOff x="111156750" y="111756823"/>
            <a:chExt cx="171450" cy="171450"/>
          </a:xfrm>
        </p:grpSpPr>
        <p:sp>
          <p:nvSpPr>
            <p:cNvPr id="3233" name="AutoShape 273"/>
            <p:cNvSpPr>
              <a:spLocks noChangeArrowheads="1"/>
            </p:cNvSpPr>
            <p:nvPr/>
          </p:nvSpPr>
          <p:spPr bwMode="auto">
            <a:xfrm>
              <a:off x="111185324" y="111756823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34" name="Line 274"/>
            <p:cNvSpPr>
              <a:spLocks noChangeShapeType="1"/>
            </p:cNvSpPr>
            <p:nvPr/>
          </p:nvSpPr>
          <p:spPr bwMode="auto">
            <a:xfrm>
              <a:off x="111156750" y="111756823"/>
              <a:ext cx="171450" cy="1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44" name="Group 275"/>
          <p:cNvGrpSpPr>
            <a:grpSpLocks/>
          </p:cNvGrpSpPr>
          <p:nvPr/>
        </p:nvGrpSpPr>
        <p:grpSpPr bwMode="auto">
          <a:xfrm rot="5400000">
            <a:off x="9840722" y="3635516"/>
            <a:ext cx="120299" cy="115026"/>
            <a:chOff x="109928025" y="112014000"/>
            <a:chExt cx="171450" cy="171450"/>
          </a:xfrm>
        </p:grpSpPr>
        <p:sp>
          <p:nvSpPr>
            <p:cNvPr id="3231" name="AutoShape 276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32" name="Line 277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45" name="Group 278"/>
          <p:cNvGrpSpPr>
            <a:grpSpLocks/>
          </p:cNvGrpSpPr>
          <p:nvPr/>
        </p:nvGrpSpPr>
        <p:grpSpPr bwMode="auto">
          <a:xfrm rot="5400000">
            <a:off x="9585108" y="3635516"/>
            <a:ext cx="120299" cy="115026"/>
            <a:chOff x="109928025" y="112014000"/>
            <a:chExt cx="171450" cy="171450"/>
          </a:xfrm>
        </p:grpSpPr>
        <p:sp>
          <p:nvSpPr>
            <p:cNvPr id="3229" name="AutoShape 279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30" name="Line 280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46" name="Group 281"/>
          <p:cNvGrpSpPr>
            <a:grpSpLocks/>
          </p:cNvGrpSpPr>
          <p:nvPr/>
        </p:nvGrpSpPr>
        <p:grpSpPr bwMode="auto">
          <a:xfrm rot="5400000">
            <a:off x="10096336" y="3635516"/>
            <a:ext cx="120299" cy="115026"/>
            <a:chOff x="109928025" y="112014000"/>
            <a:chExt cx="171450" cy="171450"/>
          </a:xfrm>
        </p:grpSpPr>
        <p:sp>
          <p:nvSpPr>
            <p:cNvPr id="3227" name="AutoShape 282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28" name="Line 283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48" name="Group 288"/>
          <p:cNvGrpSpPr>
            <a:grpSpLocks/>
          </p:cNvGrpSpPr>
          <p:nvPr/>
        </p:nvGrpSpPr>
        <p:grpSpPr bwMode="auto">
          <a:xfrm rot="10800000">
            <a:off x="9958385" y="5036366"/>
            <a:ext cx="110766" cy="106932"/>
            <a:chOff x="109928025" y="112014000"/>
            <a:chExt cx="171450" cy="171450"/>
          </a:xfrm>
        </p:grpSpPr>
        <p:sp>
          <p:nvSpPr>
            <p:cNvPr id="3225" name="AutoShape 289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26" name="Line 290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49" name="Group 291"/>
          <p:cNvGrpSpPr>
            <a:grpSpLocks/>
          </p:cNvGrpSpPr>
          <p:nvPr/>
        </p:nvGrpSpPr>
        <p:grpSpPr bwMode="auto">
          <a:xfrm rot="5400000">
            <a:off x="8698980" y="4183545"/>
            <a:ext cx="120299" cy="115026"/>
            <a:chOff x="111156750" y="111756823"/>
            <a:chExt cx="171450" cy="171450"/>
          </a:xfrm>
        </p:grpSpPr>
        <p:sp>
          <p:nvSpPr>
            <p:cNvPr id="3223" name="AutoShape 292"/>
            <p:cNvSpPr>
              <a:spLocks noChangeArrowheads="1"/>
            </p:cNvSpPr>
            <p:nvPr/>
          </p:nvSpPr>
          <p:spPr bwMode="auto">
            <a:xfrm>
              <a:off x="111185324" y="111756823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24" name="Line 293"/>
            <p:cNvSpPr>
              <a:spLocks noChangeShapeType="1"/>
            </p:cNvSpPr>
            <p:nvPr/>
          </p:nvSpPr>
          <p:spPr bwMode="auto">
            <a:xfrm>
              <a:off x="111156750" y="111756823"/>
              <a:ext cx="171450" cy="1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50" name="Group 294"/>
          <p:cNvGrpSpPr>
            <a:grpSpLocks/>
          </p:cNvGrpSpPr>
          <p:nvPr/>
        </p:nvGrpSpPr>
        <p:grpSpPr bwMode="auto">
          <a:xfrm rot="5400000">
            <a:off x="8562652" y="5257323"/>
            <a:ext cx="120299" cy="115026"/>
            <a:chOff x="111156750" y="111756823"/>
            <a:chExt cx="171450" cy="171450"/>
          </a:xfrm>
        </p:grpSpPr>
        <p:sp>
          <p:nvSpPr>
            <p:cNvPr id="3221" name="AutoShape 295"/>
            <p:cNvSpPr>
              <a:spLocks noChangeArrowheads="1"/>
            </p:cNvSpPr>
            <p:nvPr/>
          </p:nvSpPr>
          <p:spPr bwMode="auto">
            <a:xfrm>
              <a:off x="111185324" y="111756823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22" name="Line 296"/>
            <p:cNvSpPr>
              <a:spLocks noChangeShapeType="1"/>
            </p:cNvSpPr>
            <p:nvPr/>
          </p:nvSpPr>
          <p:spPr bwMode="auto">
            <a:xfrm>
              <a:off x="111156750" y="111756823"/>
              <a:ext cx="171450" cy="1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sp>
        <p:nvSpPr>
          <p:cNvPr id="3151" name="Freeform 298"/>
          <p:cNvSpPr>
            <a:spLocks/>
          </p:cNvSpPr>
          <p:nvPr/>
        </p:nvSpPr>
        <p:spPr bwMode="auto">
          <a:xfrm rot="16200000">
            <a:off x="9185208" y="6109796"/>
            <a:ext cx="1018084" cy="1005415"/>
          </a:xfrm>
          <a:custGeom>
            <a:avLst/>
            <a:gdLst>
              <a:gd name="T0" fmla="*/ 0 w 8117"/>
              <a:gd name="T1" fmla="*/ 1498591 h 10000"/>
              <a:gd name="T2" fmla="*/ 450974 w 8117"/>
              <a:gd name="T3" fmla="*/ 1181039 h 10000"/>
              <a:gd name="T4" fmla="*/ 1124128 w 8117"/>
              <a:gd name="T5" fmla="*/ 768328 h 10000"/>
              <a:gd name="T6" fmla="*/ 1447835 w 8117"/>
              <a:gd name="T7" fmla="*/ 380942 h 10000"/>
              <a:gd name="T8" fmla="*/ 1142896 w 8117"/>
              <a:gd name="T9" fmla="*/ 0 h 1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17" h="10000">
                <a:moveTo>
                  <a:pt x="0" y="10000"/>
                </a:moveTo>
                <a:cubicBezTo>
                  <a:pt x="416" y="9650"/>
                  <a:pt x="1474" y="8697"/>
                  <a:pt x="2523" y="7881"/>
                </a:cubicBezTo>
                <a:cubicBezTo>
                  <a:pt x="3570" y="7065"/>
                  <a:pt x="5360" y="6017"/>
                  <a:pt x="6289" y="5127"/>
                </a:cubicBezTo>
                <a:cubicBezTo>
                  <a:pt x="7218" y="4237"/>
                  <a:pt x="8082" y="3396"/>
                  <a:pt x="8100" y="2542"/>
                </a:cubicBezTo>
                <a:cubicBezTo>
                  <a:pt x="8117" y="1688"/>
                  <a:pt x="7674" y="646"/>
                  <a:pt x="6394" y="0"/>
                </a:cubicBezTo>
              </a:path>
            </a:pathLst>
          </a:custGeom>
          <a:noFill/>
          <a:ln w="9525" cap="flat" algn="ctr">
            <a:solidFill>
              <a:srgbClr val="000000"/>
            </a:solidFill>
            <a:round/>
            <a:headEnd/>
            <a:tailEnd/>
          </a:ln>
        </p:spPr>
        <p:txBody>
          <a:bodyPr lIns="36576" tIns="36576" rIns="36576" bIns="36576"/>
          <a:lstStyle/>
          <a:p>
            <a:endParaRPr lang="en-US"/>
          </a:p>
        </p:txBody>
      </p:sp>
      <p:grpSp>
        <p:nvGrpSpPr>
          <p:cNvPr id="3152" name="Group 302"/>
          <p:cNvGrpSpPr>
            <a:grpSpLocks/>
          </p:cNvGrpSpPr>
          <p:nvPr/>
        </p:nvGrpSpPr>
        <p:grpSpPr bwMode="auto">
          <a:xfrm rot="16200000">
            <a:off x="9963171" y="6090879"/>
            <a:ext cx="170424" cy="179995"/>
            <a:chOff x="3501" y="1971"/>
            <a:chExt cx="153" cy="169"/>
          </a:xfrm>
        </p:grpSpPr>
        <p:sp>
          <p:nvSpPr>
            <p:cNvPr id="3219" name="Oval 303"/>
            <p:cNvSpPr>
              <a:spLocks noChangeArrowheads="1"/>
            </p:cNvSpPr>
            <p:nvPr/>
          </p:nvSpPr>
          <p:spPr bwMode="auto">
            <a:xfrm>
              <a:off x="3501" y="1971"/>
              <a:ext cx="153" cy="169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20" name="Oval 304"/>
            <p:cNvSpPr>
              <a:spLocks noChangeArrowheads="1"/>
            </p:cNvSpPr>
            <p:nvPr/>
          </p:nvSpPr>
          <p:spPr bwMode="auto">
            <a:xfrm>
              <a:off x="3537" y="2007"/>
              <a:ext cx="81" cy="98"/>
            </a:xfrm>
            <a:prstGeom prst="ellipse">
              <a:avLst/>
            </a:prstGeom>
            <a:solidFill>
              <a:srgbClr val="CCCCCC"/>
            </a:solidFill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53" name="Group 305"/>
          <p:cNvGrpSpPr>
            <a:grpSpLocks/>
          </p:cNvGrpSpPr>
          <p:nvPr/>
        </p:nvGrpSpPr>
        <p:grpSpPr bwMode="auto">
          <a:xfrm rot="16200000">
            <a:off x="10218785" y="3631435"/>
            <a:ext cx="170424" cy="179995"/>
            <a:chOff x="3501" y="1971"/>
            <a:chExt cx="153" cy="169"/>
          </a:xfrm>
        </p:grpSpPr>
        <p:sp>
          <p:nvSpPr>
            <p:cNvPr id="3217" name="Oval 306"/>
            <p:cNvSpPr>
              <a:spLocks noChangeArrowheads="1"/>
            </p:cNvSpPr>
            <p:nvPr/>
          </p:nvSpPr>
          <p:spPr bwMode="auto">
            <a:xfrm>
              <a:off x="3501" y="1971"/>
              <a:ext cx="153" cy="169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18" name="Oval 307"/>
            <p:cNvSpPr>
              <a:spLocks noChangeArrowheads="1"/>
            </p:cNvSpPr>
            <p:nvPr/>
          </p:nvSpPr>
          <p:spPr bwMode="auto">
            <a:xfrm>
              <a:off x="3537" y="2007"/>
              <a:ext cx="81" cy="98"/>
            </a:xfrm>
            <a:prstGeom prst="ellipse">
              <a:avLst/>
            </a:prstGeom>
            <a:solidFill>
              <a:srgbClr val="CCCCCC"/>
            </a:solidFill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54" name="Group 316"/>
          <p:cNvGrpSpPr>
            <a:grpSpLocks/>
          </p:cNvGrpSpPr>
          <p:nvPr/>
        </p:nvGrpSpPr>
        <p:grpSpPr bwMode="auto">
          <a:xfrm rot="10800000">
            <a:off x="9958385" y="5250231"/>
            <a:ext cx="110766" cy="106932"/>
            <a:chOff x="109928025" y="112014000"/>
            <a:chExt cx="171450" cy="171450"/>
          </a:xfrm>
        </p:grpSpPr>
        <p:sp>
          <p:nvSpPr>
            <p:cNvPr id="3215" name="AutoShape 317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16" name="Line 318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55" name="Group 319"/>
          <p:cNvGrpSpPr>
            <a:grpSpLocks/>
          </p:cNvGrpSpPr>
          <p:nvPr/>
        </p:nvGrpSpPr>
        <p:grpSpPr bwMode="auto">
          <a:xfrm rot="4453155">
            <a:off x="9853601" y="6214965"/>
            <a:ext cx="115843" cy="102245"/>
            <a:chOff x="109928025" y="112014000"/>
            <a:chExt cx="171450" cy="171450"/>
          </a:xfrm>
        </p:grpSpPr>
        <p:sp>
          <p:nvSpPr>
            <p:cNvPr id="3213" name="AutoShape 320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14" name="Line 321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56" name="Group 323"/>
          <p:cNvGrpSpPr>
            <a:grpSpLocks/>
          </p:cNvGrpSpPr>
          <p:nvPr/>
        </p:nvGrpSpPr>
        <p:grpSpPr bwMode="auto">
          <a:xfrm rot="10800000">
            <a:off x="9958385" y="5410629"/>
            <a:ext cx="110766" cy="106932"/>
            <a:chOff x="109928025" y="112014000"/>
            <a:chExt cx="171450" cy="171450"/>
          </a:xfrm>
        </p:grpSpPr>
        <p:sp>
          <p:nvSpPr>
            <p:cNvPr id="3211" name="AutoShape 324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12" name="Line 325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57" name="Group 326"/>
          <p:cNvGrpSpPr>
            <a:grpSpLocks/>
          </p:cNvGrpSpPr>
          <p:nvPr/>
        </p:nvGrpSpPr>
        <p:grpSpPr bwMode="auto">
          <a:xfrm rot="16200000">
            <a:off x="7910837" y="8073207"/>
            <a:ext cx="120299" cy="115026"/>
            <a:chOff x="112445800" y="114096800"/>
            <a:chExt cx="171450" cy="171450"/>
          </a:xfrm>
        </p:grpSpPr>
        <p:sp>
          <p:nvSpPr>
            <p:cNvPr id="3209" name="Oval 327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10" name="Rectangle 328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58" name="Group 332"/>
          <p:cNvGrpSpPr>
            <a:grpSpLocks/>
          </p:cNvGrpSpPr>
          <p:nvPr/>
        </p:nvGrpSpPr>
        <p:grpSpPr bwMode="auto">
          <a:xfrm rot="16200000">
            <a:off x="9393398" y="2459261"/>
            <a:ext cx="120299" cy="115026"/>
            <a:chOff x="112445800" y="114096800"/>
            <a:chExt cx="171450" cy="171450"/>
          </a:xfrm>
        </p:grpSpPr>
        <p:sp>
          <p:nvSpPr>
            <p:cNvPr id="3207" name="Oval 333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08" name="Rectangle 334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59" name="Group 335"/>
          <p:cNvGrpSpPr>
            <a:grpSpLocks/>
          </p:cNvGrpSpPr>
          <p:nvPr/>
        </p:nvGrpSpPr>
        <p:grpSpPr bwMode="auto">
          <a:xfrm rot="12561465">
            <a:off x="8220209" y="2563557"/>
            <a:ext cx="115026" cy="120299"/>
            <a:chOff x="112385475" y="112156875"/>
            <a:chExt cx="171450" cy="171450"/>
          </a:xfrm>
        </p:grpSpPr>
        <p:sp>
          <p:nvSpPr>
            <p:cNvPr id="3205" name="AutoShape 336"/>
            <p:cNvSpPr>
              <a:spLocks noChangeArrowheads="1"/>
            </p:cNvSpPr>
            <p:nvPr/>
          </p:nvSpPr>
          <p:spPr bwMode="auto">
            <a:xfrm>
              <a:off x="112414050" y="112156875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06" name="Line 337"/>
            <p:cNvSpPr>
              <a:spLocks noChangeShapeType="1"/>
            </p:cNvSpPr>
            <p:nvPr/>
          </p:nvSpPr>
          <p:spPr bwMode="auto">
            <a:xfrm>
              <a:off x="112385475" y="112156875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60" name="Group 338"/>
          <p:cNvGrpSpPr>
            <a:grpSpLocks/>
          </p:cNvGrpSpPr>
          <p:nvPr/>
        </p:nvGrpSpPr>
        <p:grpSpPr bwMode="auto">
          <a:xfrm rot="13326918">
            <a:off x="8271332" y="2403159"/>
            <a:ext cx="115026" cy="120299"/>
            <a:chOff x="112385475" y="112156875"/>
            <a:chExt cx="171450" cy="171450"/>
          </a:xfrm>
        </p:grpSpPr>
        <p:sp>
          <p:nvSpPr>
            <p:cNvPr id="3203" name="AutoShape 339"/>
            <p:cNvSpPr>
              <a:spLocks noChangeArrowheads="1"/>
            </p:cNvSpPr>
            <p:nvPr/>
          </p:nvSpPr>
          <p:spPr bwMode="auto">
            <a:xfrm>
              <a:off x="112414050" y="112156875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04" name="Line 340"/>
            <p:cNvSpPr>
              <a:spLocks noChangeShapeType="1"/>
            </p:cNvSpPr>
            <p:nvPr/>
          </p:nvSpPr>
          <p:spPr bwMode="auto">
            <a:xfrm>
              <a:off x="112385475" y="112156875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61" name="Group 341"/>
          <p:cNvGrpSpPr>
            <a:grpSpLocks/>
          </p:cNvGrpSpPr>
          <p:nvPr/>
        </p:nvGrpSpPr>
        <p:grpSpPr bwMode="auto">
          <a:xfrm rot="10800000">
            <a:off x="8271332" y="2991286"/>
            <a:ext cx="115026" cy="120299"/>
            <a:chOff x="112385475" y="112156875"/>
            <a:chExt cx="171450" cy="171450"/>
          </a:xfrm>
        </p:grpSpPr>
        <p:sp>
          <p:nvSpPr>
            <p:cNvPr id="3201" name="AutoShape 342"/>
            <p:cNvSpPr>
              <a:spLocks noChangeArrowheads="1"/>
            </p:cNvSpPr>
            <p:nvPr/>
          </p:nvSpPr>
          <p:spPr bwMode="auto">
            <a:xfrm>
              <a:off x="112414050" y="112156875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02" name="Line 343"/>
            <p:cNvSpPr>
              <a:spLocks noChangeShapeType="1"/>
            </p:cNvSpPr>
            <p:nvPr/>
          </p:nvSpPr>
          <p:spPr bwMode="auto">
            <a:xfrm>
              <a:off x="112385475" y="112156875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62" name="Group 344"/>
          <p:cNvGrpSpPr>
            <a:grpSpLocks/>
          </p:cNvGrpSpPr>
          <p:nvPr/>
        </p:nvGrpSpPr>
        <p:grpSpPr bwMode="auto">
          <a:xfrm rot="2837436">
            <a:off x="8933293" y="3154321"/>
            <a:ext cx="120299" cy="115026"/>
            <a:chOff x="112385475" y="112156875"/>
            <a:chExt cx="171450" cy="171450"/>
          </a:xfrm>
        </p:grpSpPr>
        <p:sp>
          <p:nvSpPr>
            <p:cNvPr id="3199" name="AutoShape 345"/>
            <p:cNvSpPr>
              <a:spLocks noChangeArrowheads="1"/>
            </p:cNvSpPr>
            <p:nvPr/>
          </p:nvSpPr>
          <p:spPr bwMode="auto">
            <a:xfrm>
              <a:off x="112414050" y="112156875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200" name="Line 346"/>
            <p:cNvSpPr>
              <a:spLocks noChangeShapeType="1"/>
            </p:cNvSpPr>
            <p:nvPr/>
          </p:nvSpPr>
          <p:spPr bwMode="auto">
            <a:xfrm>
              <a:off x="112385475" y="112156875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63" name="Group 347"/>
          <p:cNvGrpSpPr>
            <a:grpSpLocks/>
          </p:cNvGrpSpPr>
          <p:nvPr/>
        </p:nvGrpSpPr>
        <p:grpSpPr bwMode="auto">
          <a:xfrm rot="2837436">
            <a:off x="9073880" y="3047389"/>
            <a:ext cx="120299" cy="115026"/>
            <a:chOff x="112385475" y="112156875"/>
            <a:chExt cx="171450" cy="171450"/>
          </a:xfrm>
        </p:grpSpPr>
        <p:sp>
          <p:nvSpPr>
            <p:cNvPr id="3197" name="AutoShape 348"/>
            <p:cNvSpPr>
              <a:spLocks noChangeArrowheads="1"/>
            </p:cNvSpPr>
            <p:nvPr/>
          </p:nvSpPr>
          <p:spPr bwMode="auto">
            <a:xfrm>
              <a:off x="112414050" y="112156875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198" name="Line 349"/>
            <p:cNvSpPr>
              <a:spLocks noChangeShapeType="1"/>
            </p:cNvSpPr>
            <p:nvPr/>
          </p:nvSpPr>
          <p:spPr bwMode="auto">
            <a:xfrm>
              <a:off x="112385475" y="112156875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64" name="Group 350"/>
          <p:cNvGrpSpPr>
            <a:grpSpLocks/>
          </p:cNvGrpSpPr>
          <p:nvPr/>
        </p:nvGrpSpPr>
        <p:grpSpPr bwMode="auto">
          <a:xfrm rot="2837436">
            <a:off x="9227249" y="2940457"/>
            <a:ext cx="120299" cy="115026"/>
            <a:chOff x="112385475" y="112156875"/>
            <a:chExt cx="171450" cy="171450"/>
          </a:xfrm>
        </p:grpSpPr>
        <p:sp>
          <p:nvSpPr>
            <p:cNvPr id="3195" name="AutoShape 351"/>
            <p:cNvSpPr>
              <a:spLocks noChangeArrowheads="1"/>
            </p:cNvSpPr>
            <p:nvPr/>
          </p:nvSpPr>
          <p:spPr bwMode="auto">
            <a:xfrm>
              <a:off x="112414050" y="112156875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196" name="Line 352"/>
            <p:cNvSpPr>
              <a:spLocks noChangeShapeType="1"/>
            </p:cNvSpPr>
            <p:nvPr/>
          </p:nvSpPr>
          <p:spPr bwMode="auto">
            <a:xfrm>
              <a:off x="112385475" y="112156875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65" name="Group 353"/>
          <p:cNvGrpSpPr>
            <a:grpSpLocks/>
          </p:cNvGrpSpPr>
          <p:nvPr/>
        </p:nvGrpSpPr>
        <p:grpSpPr bwMode="auto">
          <a:xfrm rot="16200000">
            <a:off x="9708655" y="3635516"/>
            <a:ext cx="120299" cy="115026"/>
            <a:chOff x="112445800" y="114096800"/>
            <a:chExt cx="171450" cy="171450"/>
          </a:xfrm>
        </p:grpSpPr>
        <p:sp>
          <p:nvSpPr>
            <p:cNvPr id="3193" name="Oval 354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194" name="Rectangle 355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66" name="Group 356"/>
          <p:cNvGrpSpPr>
            <a:grpSpLocks/>
          </p:cNvGrpSpPr>
          <p:nvPr/>
        </p:nvGrpSpPr>
        <p:grpSpPr bwMode="auto">
          <a:xfrm rot="16200000">
            <a:off x="9964269" y="3635516"/>
            <a:ext cx="120299" cy="115026"/>
            <a:chOff x="112445800" y="114096800"/>
            <a:chExt cx="171450" cy="171450"/>
          </a:xfrm>
        </p:grpSpPr>
        <p:sp>
          <p:nvSpPr>
            <p:cNvPr id="3191" name="Oval 357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192" name="Rectangle 358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67" name="Group 359"/>
          <p:cNvGrpSpPr>
            <a:grpSpLocks/>
          </p:cNvGrpSpPr>
          <p:nvPr/>
        </p:nvGrpSpPr>
        <p:grpSpPr bwMode="auto">
          <a:xfrm rot="5400000">
            <a:off x="8728801" y="7431613"/>
            <a:ext cx="120299" cy="115026"/>
            <a:chOff x="111156750" y="111756823"/>
            <a:chExt cx="171450" cy="171450"/>
          </a:xfrm>
        </p:grpSpPr>
        <p:sp>
          <p:nvSpPr>
            <p:cNvPr id="3189" name="AutoShape 360"/>
            <p:cNvSpPr>
              <a:spLocks noChangeArrowheads="1"/>
            </p:cNvSpPr>
            <p:nvPr/>
          </p:nvSpPr>
          <p:spPr bwMode="auto">
            <a:xfrm>
              <a:off x="111185324" y="111756823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190" name="Line 361"/>
            <p:cNvSpPr>
              <a:spLocks noChangeShapeType="1"/>
            </p:cNvSpPr>
            <p:nvPr/>
          </p:nvSpPr>
          <p:spPr bwMode="auto">
            <a:xfrm>
              <a:off x="111156750" y="111756823"/>
              <a:ext cx="171450" cy="1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68" name="Group 362"/>
          <p:cNvGrpSpPr>
            <a:grpSpLocks/>
          </p:cNvGrpSpPr>
          <p:nvPr/>
        </p:nvGrpSpPr>
        <p:grpSpPr bwMode="auto">
          <a:xfrm rot="5400000">
            <a:off x="8677678" y="7431613"/>
            <a:ext cx="120299" cy="115026"/>
            <a:chOff x="111156750" y="111756823"/>
            <a:chExt cx="171450" cy="171450"/>
          </a:xfrm>
        </p:grpSpPr>
        <p:sp>
          <p:nvSpPr>
            <p:cNvPr id="3187" name="AutoShape 363"/>
            <p:cNvSpPr>
              <a:spLocks noChangeArrowheads="1"/>
            </p:cNvSpPr>
            <p:nvPr/>
          </p:nvSpPr>
          <p:spPr bwMode="auto">
            <a:xfrm>
              <a:off x="111185324" y="111756823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188" name="Line 364"/>
            <p:cNvSpPr>
              <a:spLocks noChangeShapeType="1"/>
            </p:cNvSpPr>
            <p:nvPr/>
          </p:nvSpPr>
          <p:spPr bwMode="auto">
            <a:xfrm>
              <a:off x="111156750" y="111756823"/>
              <a:ext cx="171450" cy="1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69" name="Group 365"/>
          <p:cNvGrpSpPr>
            <a:grpSpLocks/>
          </p:cNvGrpSpPr>
          <p:nvPr/>
        </p:nvGrpSpPr>
        <p:grpSpPr bwMode="auto">
          <a:xfrm rot="16200000">
            <a:off x="8831047" y="6522689"/>
            <a:ext cx="120299" cy="115026"/>
            <a:chOff x="112385475" y="112156875"/>
            <a:chExt cx="171450" cy="171450"/>
          </a:xfrm>
        </p:grpSpPr>
        <p:sp>
          <p:nvSpPr>
            <p:cNvPr id="3185" name="AutoShape 366"/>
            <p:cNvSpPr>
              <a:spLocks noChangeArrowheads="1"/>
            </p:cNvSpPr>
            <p:nvPr/>
          </p:nvSpPr>
          <p:spPr bwMode="auto">
            <a:xfrm>
              <a:off x="112414050" y="112156875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186" name="Line 367"/>
            <p:cNvSpPr>
              <a:spLocks noChangeShapeType="1"/>
            </p:cNvSpPr>
            <p:nvPr/>
          </p:nvSpPr>
          <p:spPr bwMode="auto">
            <a:xfrm>
              <a:off x="112385475" y="112156875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70" name="Group 368"/>
          <p:cNvGrpSpPr>
            <a:grpSpLocks/>
          </p:cNvGrpSpPr>
          <p:nvPr/>
        </p:nvGrpSpPr>
        <p:grpSpPr bwMode="auto">
          <a:xfrm rot="5400000">
            <a:off x="8831047" y="7431613"/>
            <a:ext cx="120299" cy="115026"/>
            <a:chOff x="111156750" y="111756823"/>
            <a:chExt cx="171450" cy="171450"/>
          </a:xfrm>
        </p:grpSpPr>
        <p:sp>
          <p:nvSpPr>
            <p:cNvPr id="3183" name="AutoShape 369"/>
            <p:cNvSpPr>
              <a:spLocks noChangeArrowheads="1"/>
            </p:cNvSpPr>
            <p:nvPr/>
          </p:nvSpPr>
          <p:spPr bwMode="auto">
            <a:xfrm>
              <a:off x="111185324" y="111756823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184" name="Line 370"/>
            <p:cNvSpPr>
              <a:spLocks noChangeShapeType="1"/>
            </p:cNvSpPr>
            <p:nvPr/>
          </p:nvSpPr>
          <p:spPr bwMode="auto">
            <a:xfrm>
              <a:off x="111156750" y="111756823"/>
              <a:ext cx="171450" cy="1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71" name="Group 254"/>
          <p:cNvGrpSpPr>
            <a:grpSpLocks/>
          </p:cNvGrpSpPr>
          <p:nvPr/>
        </p:nvGrpSpPr>
        <p:grpSpPr bwMode="auto">
          <a:xfrm>
            <a:off x="8526946" y="6961148"/>
            <a:ext cx="115026" cy="120299"/>
            <a:chOff x="111156750" y="111756823"/>
            <a:chExt cx="171450" cy="171450"/>
          </a:xfrm>
        </p:grpSpPr>
        <p:sp>
          <p:nvSpPr>
            <p:cNvPr id="3181" name="AutoShape 255"/>
            <p:cNvSpPr>
              <a:spLocks noChangeArrowheads="1"/>
            </p:cNvSpPr>
            <p:nvPr/>
          </p:nvSpPr>
          <p:spPr bwMode="auto">
            <a:xfrm>
              <a:off x="111185324" y="111756823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182" name="Line 256"/>
            <p:cNvSpPr>
              <a:spLocks noChangeShapeType="1"/>
            </p:cNvSpPr>
            <p:nvPr/>
          </p:nvSpPr>
          <p:spPr bwMode="auto">
            <a:xfrm>
              <a:off x="111156750" y="111756823"/>
              <a:ext cx="171450" cy="1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72" name="Group 257"/>
          <p:cNvGrpSpPr>
            <a:grpSpLocks/>
          </p:cNvGrpSpPr>
          <p:nvPr/>
        </p:nvGrpSpPr>
        <p:grpSpPr bwMode="auto">
          <a:xfrm rot="16200000">
            <a:off x="8728801" y="6816752"/>
            <a:ext cx="120299" cy="115026"/>
            <a:chOff x="109928025" y="112014000"/>
            <a:chExt cx="171450" cy="171450"/>
          </a:xfrm>
        </p:grpSpPr>
        <p:sp>
          <p:nvSpPr>
            <p:cNvPr id="3179" name="AutoShape 258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180" name="Line 259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73" name="Group 245"/>
          <p:cNvGrpSpPr>
            <a:grpSpLocks/>
          </p:cNvGrpSpPr>
          <p:nvPr/>
        </p:nvGrpSpPr>
        <p:grpSpPr bwMode="auto">
          <a:xfrm rot="10800000">
            <a:off x="8309675" y="3472481"/>
            <a:ext cx="115026" cy="120299"/>
            <a:chOff x="112385475" y="112156875"/>
            <a:chExt cx="171450" cy="171450"/>
          </a:xfrm>
        </p:grpSpPr>
        <p:sp>
          <p:nvSpPr>
            <p:cNvPr id="3177" name="AutoShape 246"/>
            <p:cNvSpPr>
              <a:spLocks noChangeArrowheads="1"/>
            </p:cNvSpPr>
            <p:nvPr/>
          </p:nvSpPr>
          <p:spPr bwMode="auto">
            <a:xfrm>
              <a:off x="112414050" y="112156875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178" name="Line 247"/>
            <p:cNvSpPr>
              <a:spLocks noChangeShapeType="1"/>
            </p:cNvSpPr>
            <p:nvPr/>
          </p:nvSpPr>
          <p:spPr bwMode="auto">
            <a:xfrm>
              <a:off x="112385475" y="112156875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174" name="Group 245"/>
          <p:cNvGrpSpPr>
            <a:grpSpLocks/>
          </p:cNvGrpSpPr>
          <p:nvPr/>
        </p:nvGrpSpPr>
        <p:grpSpPr bwMode="auto">
          <a:xfrm rot="10800000">
            <a:off x="7900692" y="6573518"/>
            <a:ext cx="115026" cy="120299"/>
            <a:chOff x="112385475" y="112156875"/>
            <a:chExt cx="171450" cy="171450"/>
          </a:xfrm>
        </p:grpSpPr>
        <p:sp>
          <p:nvSpPr>
            <p:cNvPr id="3175" name="AutoShape 246"/>
            <p:cNvSpPr>
              <a:spLocks noChangeArrowheads="1"/>
            </p:cNvSpPr>
            <p:nvPr/>
          </p:nvSpPr>
          <p:spPr bwMode="auto">
            <a:xfrm>
              <a:off x="112414050" y="112156875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3176" name="Line 247"/>
            <p:cNvSpPr>
              <a:spLocks noChangeShapeType="1"/>
            </p:cNvSpPr>
            <p:nvPr/>
          </p:nvSpPr>
          <p:spPr bwMode="auto">
            <a:xfrm>
              <a:off x="112385475" y="112156875"/>
              <a:ext cx="171450" cy="0"/>
            </a:xfrm>
            <a:prstGeom prst="line">
              <a:avLst/>
            </a:prstGeom>
            <a:noFill/>
            <a:ln w="9525" algn="ctr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335" name="Group 334"/>
          <p:cNvGrpSpPr/>
          <p:nvPr/>
        </p:nvGrpSpPr>
        <p:grpSpPr>
          <a:xfrm rot="1311441">
            <a:off x="1757549" y="8281494"/>
            <a:ext cx="294903" cy="83526"/>
            <a:chOff x="1676400" y="8229599"/>
            <a:chExt cx="496027" cy="120299"/>
          </a:xfrm>
        </p:grpSpPr>
        <p:grpSp>
          <p:nvGrpSpPr>
            <p:cNvPr id="336" name="Group 34"/>
            <p:cNvGrpSpPr>
              <a:grpSpLocks/>
            </p:cNvGrpSpPr>
            <p:nvPr/>
          </p:nvGrpSpPr>
          <p:grpSpPr bwMode="auto">
            <a:xfrm rot="16200000">
              <a:off x="2054764" y="8232236"/>
              <a:ext cx="120299" cy="115026"/>
              <a:chOff x="112445800" y="114096800"/>
              <a:chExt cx="171450" cy="171450"/>
            </a:xfrm>
          </p:grpSpPr>
          <p:sp>
            <p:nvSpPr>
              <p:cNvPr id="340" name="Oval 35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341" name="Rectangle 36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337" name="Group 37"/>
            <p:cNvGrpSpPr>
              <a:grpSpLocks/>
            </p:cNvGrpSpPr>
            <p:nvPr/>
          </p:nvGrpSpPr>
          <p:grpSpPr bwMode="auto">
            <a:xfrm rot="16200000">
              <a:off x="1673763" y="8232236"/>
              <a:ext cx="120299" cy="115026"/>
              <a:chOff x="112445800" y="114096800"/>
              <a:chExt cx="171450" cy="171450"/>
            </a:xfrm>
          </p:grpSpPr>
          <p:sp>
            <p:nvSpPr>
              <p:cNvPr id="338" name="Oval 3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339" name="Rectangle 3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</p:grpSp>
      <p:grpSp>
        <p:nvGrpSpPr>
          <p:cNvPr id="342" name="Group 341"/>
          <p:cNvGrpSpPr/>
          <p:nvPr/>
        </p:nvGrpSpPr>
        <p:grpSpPr>
          <a:xfrm rot="1311441">
            <a:off x="2062349" y="7367094"/>
            <a:ext cx="294903" cy="83526"/>
            <a:chOff x="1676400" y="8229599"/>
            <a:chExt cx="496027" cy="120299"/>
          </a:xfrm>
        </p:grpSpPr>
        <p:grpSp>
          <p:nvGrpSpPr>
            <p:cNvPr id="343" name="Group 34"/>
            <p:cNvGrpSpPr>
              <a:grpSpLocks/>
            </p:cNvGrpSpPr>
            <p:nvPr/>
          </p:nvGrpSpPr>
          <p:grpSpPr bwMode="auto">
            <a:xfrm rot="16200000">
              <a:off x="2054764" y="8232236"/>
              <a:ext cx="120299" cy="115026"/>
              <a:chOff x="112445800" y="114096800"/>
              <a:chExt cx="171450" cy="171450"/>
            </a:xfrm>
          </p:grpSpPr>
          <p:sp>
            <p:nvSpPr>
              <p:cNvPr id="347" name="Oval 35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348" name="Rectangle 36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344" name="Group 37"/>
            <p:cNvGrpSpPr>
              <a:grpSpLocks/>
            </p:cNvGrpSpPr>
            <p:nvPr/>
          </p:nvGrpSpPr>
          <p:grpSpPr bwMode="auto">
            <a:xfrm rot="16200000">
              <a:off x="1673763" y="8232236"/>
              <a:ext cx="120299" cy="115026"/>
              <a:chOff x="112445800" y="114096800"/>
              <a:chExt cx="171450" cy="171450"/>
            </a:xfrm>
          </p:grpSpPr>
          <p:sp>
            <p:nvSpPr>
              <p:cNvPr id="345" name="Oval 3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346" name="Rectangle 3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</p:grpSp>
      <p:grpSp>
        <p:nvGrpSpPr>
          <p:cNvPr id="349" name="Group 348"/>
          <p:cNvGrpSpPr/>
          <p:nvPr/>
        </p:nvGrpSpPr>
        <p:grpSpPr>
          <a:xfrm rot="1311441">
            <a:off x="2214749" y="6833693"/>
            <a:ext cx="294903" cy="83526"/>
            <a:chOff x="1676400" y="8229599"/>
            <a:chExt cx="496027" cy="120299"/>
          </a:xfrm>
        </p:grpSpPr>
        <p:grpSp>
          <p:nvGrpSpPr>
            <p:cNvPr id="350" name="Group 34"/>
            <p:cNvGrpSpPr>
              <a:grpSpLocks/>
            </p:cNvGrpSpPr>
            <p:nvPr/>
          </p:nvGrpSpPr>
          <p:grpSpPr bwMode="auto">
            <a:xfrm rot="16200000">
              <a:off x="2054764" y="8232236"/>
              <a:ext cx="120299" cy="115026"/>
              <a:chOff x="112445800" y="114096800"/>
              <a:chExt cx="171450" cy="171450"/>
            </a:xfrm>
          </p:grpSpPr>
          <p:sp>
            <p:nvSpPr>
              <p:cNvPr id="354" name="Oval 35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355" name="Rectangle 36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351" name="Group 37"/>
            <p:cNvGrpSpPr>
              <a:grpSpLocks/>
            </p:cNvGrpSpPr>
            <p:nvPr/>
          </p:nvGrpSpPr>
          <p:grpSpPr bwMode="auto">
            <a:xfrm rot="16200000">
              <a:off x="1673763" y="8232236"/>
              <a:ext cx="120299" cy="115026"/>
              <a:chOff x="112445800" y="114096800"/>
              <a:chExt cx="171450" cy="171450"/>
            </a:xfrm>
          </p:grpSpPr>
          <p:sp>
            <p:nvSpPr>
              <p:cNvPr id="352" name="Oval 3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353" name="Rectangle 3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</p:grpSp>
      <p:grpSp>
        <p:nvGrpSpPr>
          <p:cNvPr id="356" name="Group 355"/>
          <p:cNvGrpSpPr/>
          <p:nvPr/>
        </p:nvGrpSpPr>
        <p:grpSpPr>
          <a:xfrm rot="17251469">
            <a:off x="3060974" y="5140619"/>
            <a:ext cx="294903" cy="83526"/>
            <a:chOff x="1676400" y="8229599"/>
            <a:chExt cx="496027" cy="120299"/>
          </a:xfrm>
        </p:grpSpPr>
        <p:grpSp>
          <p:nvGrpSpPr>
            <p:cNvPr id="357" name="Group 34"/>
            <p:cNvGrpSpPr>
              <a:grpSpLocks/>
            </p:cNvGrpSpPr>
            <p:nvPr/>
          </p:nvGrpSpPr>
          <p:grpSpPr bwMode="auto">
            <a:xfrm rot="16200000">
              <a:off x="2054764" y="8232236"/>
              <a:ext cx="120299" cy="115026"/>
              <a:chOff x="112445800" y="114096800"/>
              <a:chExt cx="171450" cy="171450"/>
            </a:xfrm>
          </p:grpSpPr>
          <p:sp>
            <p:nvSpPr>
              <p:cNvPr id="361" name="Oval 35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362" name="Rectangle 36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358" name="Group 37"/>
            <p:cNvGrpSpPr>
              <a:grpSpLocks/>
            </p:cNvGrpSpPr>
            <p:nvPr/>
          </p:nvGrpSpPr>
          <p:grpSpPr bwMode="auto">
            <a:xfrm rot="16200000">
              <a:off x="1673763" y="8232236"/>
              <a:ext cx="120299" cy="115026"/>
              <a:chOff x="112445800" y="114096800"/>
              <a:chExt cx="171450" cy="171450"/>
            </a:xfrm>
          </p:grpSpPr>
          <p:sp>
            <p:nvSpPr>
              <p:cNvPr id="359" name="Oval 3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360" name="Rectangle 3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</p:grpSp>
      <p:grpSp>
        <p:nvGrpSpPr>
          <p:cNvPr id="363" name="Group 362"/>
          <p:cNvGrpSpPr/>
          <p:nvPr/>
        </p:nvGrpSpPr>
        <p:grpSpPr>
          <a:xfrm rot="777435">
            <a:off x="2748810" y="4375399"/>
            <a:ext cx="294903" cy="83526"/>
            <a:chOff x="1676400" y="8229599"/>
            <a:chExt cx="496027" cy="120299"/>
          </a:xfrm>
        </p:grpSpPr>
        <p:grpSp>
          <p:nvGrpSpPr>
            <p:cNvPr id="364" name="Group 34"/>
            <p:cNvGrpSpPr>
              <a:grpSpLocks/>
            </p:cNvGrpSpPr>
            <p:nvPr/>
          </p:nvGrpSpPr>
          <p:grpSpPr bwMode="auto">
            <a:xfrm rot="16200000">
              <a:off x="2054764" y="8232236"/>
              <a:ext cx="120299" cy="115026"/>
              <a:chOff x="112445800" y="114096800"/>
              <a:chExt cx="171450" cy="171450"/>
            </a:xfrm>
          </p:grpSpPr>
          <p:sp>
            <p:nvSpPr>
              <p:cNvPr id="368" name="Oval 35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369" name="Rectangle 36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365" name="Group 37"/>
            <p:cNvGrpSpPr>
              <a:grpSpLocks/>
            </p:cNvGrpSpPr>
            <p:nvPr/>
          </p:nvGrpSpPr>
          <p:grpSpPr bwMode="auto">
            <a:xfrm rot="16200000">
              <a:off x="1673763" y="8232236"/>
              <a:ext cx="120299" cy="115026"/>
              <a:chOff x="112445800" y="114096800"/>
              <a:chExt cx="171450" cy="171450"/>
            </a:xfrm>
          </p:grpSpPr>
          <p:sp>
            <p:nvSpPr>
              <p:cNvPr id="366" name="Oval 3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367" name="Rectangle 3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</p:grpSp>
      <p:grpSp>
        <p:nvGrpSpPr>
          <p:cNvPr id="370" name="Group 369"/>
          <p:cNvGrpSpPr/>
          <p:nvPr/>
        </p:nvGrpSpPr>
        <p:grpSpPr>
          <a:xfrm rot="1311441">
            <a:off x="3052948" y="5919294"/>
            <a:ext cx="294903" cy="83526"/>
            <a:chOff x="1676400" y="8229599"/>
            <a:chExt cx="496027" cy="120299"/>
          </a:xfrm>
        </p:grpSpPr>
        <p:grpSp>
          <p:nvGrpSpPr>
            <p:cNvPr id="371" name="Group 34"/>
            <p:cNvGrpSpPr>
              <a:grpSpLocks/>
            </p:cNvGrpSpPr>
            <p:nvPr/>
          </p:nvGrpSpPr>
          <p:grpSpPr bwMode="auto">
            <a:xfrm rot="16200000">
              <a:off x="2054764" y="8232236"/>
              <a:ext cx="120299" cy="115026"/>
              <a:chOff x="112445800" y="114096800"/>
              <a:chExt cx="171450" cy="171450"/>
            </a:xfrm>
          </p:grpSpPr>
          <p:sp>
            <p:nvSpPr>
              <p:cNvPr id="375" name="Oval 35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376" name="Rectangle 36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372" name="Group 37"/>
            <p:cNvGrpSpPr>
              <a:grpSpLocks/>
            </p:cNvGrpSpPr>
            <p:nvPr/>
          </p:nvGrpSpPr>
          <p:grpSpPr bwMode="auto">
            <a:xfrm rot="16200000">
              <a:off x="1673763" y="8232236"/>
              <a:ext cx="120299" cy="115026"/>
              <a:chOff x="112445800" y="114096800"/>
              <a:chExt cx="171450" cy="171450"/>
            </a:xfrm>
          </p:grpSpPr>
          <p:sp>
            <p:nvSpPr>
              <p:cNvPr id="373" name="Oval 3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374" name="Rectangle 3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</p:grpSp>
      <p:grpSp>
        <p:nvGrpSpPr>
          <p:cNvPr id="391" name="Group 390"/>
          <p:cNvGrpSpPr/>
          <p:nvPr/>
        </p:nvGrpSpPr>
        <p:grpSpPr>
          <a:xfrm>
            <a:off x="3357748" y="5081093"/>
            <a:ext cx="406505" cy="103750"/>
            <a:chOff x="3357748" y="5081093"/>
            <a:chExt cx="406505" cy="103750"/>
          </a:xfrm>
        </p:grpSpPr>
        <p:grpSp>
          <p:nvGrpSpPr>
            <p:cNvPr id="377" name="Group 376"/>
            <p:cNvGrpSpPr/>
            <p:nvPr/>
          </p:nvGrpSpPr>
          <p:grpSpPr>
            <a:xfrm rot="556338">
              <a:off x="3357748" y="5081093"/>
              <a:ext cx="294903" cy="83526"/>
              <a:chOff x="1676400" y="8229599"/>
              <a:chExt cx="496027" cy="120299"/>
            </a:xfrm>
          </p:grpSpPr>
          <p:grpSp>
            <p:nvGrpSpPr>
              <p:cNvPr id="378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382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383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379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380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381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84" name="Group 383"/>
            <p:cNvGrpSpPr/>
            <p:nvPr/>
          </p:nvGrpSpPr>
          <p:grpSpPr>
            <a:xfrm rot="556338">
              <a:off x="3469350" y="5101317"/>
              <a:ext cx="294903" cy="83526"/>
              <a:chOff x="1676400" y="8229599"/>
              <a:chExt cx="496027" cy="120299"/>
            </a:xfrm>
          </p:grpSpPr>
          <p:grpSp>
            <p:nvGrpSpPr>
              <p:cNvPr id="385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389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390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386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387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388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92" name="Group 391"/>
          <p:cNvGrpSpPr/>
          <p:nvPr/>
        </p:nvGrpSpPr>
        <p:grpSpPr>
          <a:xfrm rot="388635">
            <a:off x="3149074" y="4500149"/>
            <a:ext cx="406505" cy="103750"/>
            <a:chOff x="3357748" y="5081093"/>
            <a:chExt cx="406505" cy="103750"/>
          </a:xfrm>
        </p:grpSpPr>
        <p:grpSp>
          <p:nvGrpSpPr>
            <p:cNvPr id="393" name="Group 376"/>
            <p:cNvGrpSpPr/>
            <p:nvPr/>
          </p:nvGrpSpPr>
          <p:grpSpPr>
            <a:xfrm rot="556338">
              <a:off x="3357748" y="5081093"/>
              <a:ext cx="294903" cy="83526"/>
              <a:chOff x="1676400" y="8229599"/>
              <a:chExt cx="496027" cy="120299"/>
            </a:xfrm>
          </p:grpSpPr>
          <p:grpSp>
            <p:nvGrpSpPr>
              <p:cNvPr id="401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405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406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402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403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404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94" name="Group 383"/>
            <p:cNvGrpSpPr/>
            <p:nvPr/>
          </p:nvGrpSpPr>
          <p:grpSpPr>
            <a:xfrm rot="556338">
              <a:off x="3469350" y="5101317"/>
              <a:ext cx="294903" cy="83526"/>
              <a:chOff x="1676400" y="8229599"/>
              <a:chExt cx="496027" cy="120299"/>
            </a:xfrm>
          </p:grpSpPr>
          <p:grpSp>
            <p:nvGrpSpPr>
              <p:cNvPr id="395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399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400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396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397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398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407" name="Oval 406"/>
          <p:cNvSpPr/>
          <p:nvPr/>
        </p:nvSpPr>
        <p:spPr>
          <a:xfrm rot="881373">
            <a:off x="3520453" y="2342251"/>
            <a:ext cx="898447" cy="88378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8" name="Group 407"/>
          <p:cNvGrpSpPr/>
          <p:nvPr/>
        </p:nvGrpSpPr>
        <p:grpSpPr>
          <a:xfrm rot="17079800">
            <a:off x="3518173" y="3769022"/>
            <a:ext cx="294903" cy="83526"/>
            <a:chOff x="1676400" y="8229599"/>
            <a:chExt cx="496027" cy="120299"/>
          </a:xfrm>
        </p:grpSpPr>
        <p:grpSp>
          <p:nvGrpSpPr>
            <p:cNvPr id="409" name="Group 34"/>
            <p:cNvGrpSpPr>
              <a:grpSpLocks/>
            </p:cNvGrpSpPr>
            <p:nvPr/>
          </p:nvGrpSpPr>
          <p:grpSpPr bwMode="auto">
            <a:xfrm rot="16200000">
              <a:off x="2054764" y="8232236"/>
              <a:ext cx="120299" cy="115026"/>
              <a:chOff x="112445800" y="114096800"/>
              <a:chExt cx="171450" cy="171450"/>
            </a:xfrm>
          </p:grpSpPr>
          <p:sp>
            <p:nvSpPr>
              <p:cNvPr id="413" name="Oval 35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414" name="Rectangle 36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410" name="Group 37"/>
            <p:cNvGrpSpPr>
              <a:grpSpLocks/>
            </p:cNvGrpSpPr>
            <p:nvPr/>
          </p:nvGrpSpPr>
          <p:grpSpPr bwMode="auto">
            <a:xfrm rot="16200000">
              <a:off x="1673763" y="8232236"/>
              <a:ext cx="120299" cy="115026"/>
              <a:chOff x="112445800" y="114096800"/>
              <a:chExt cx="171450" cy="171450"/>
            </a:xfrm>
          </p:grpSpPr>
          <p:sp>
            <p:nvSpPr>
              <p:cNvPr id="411" name="Oval 3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412" name="Rectangle 3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</p:grpSp>
      <p:sp>
        <p:nvSpPr>
          <p:cNvPr id="415" name="Oval 414"/>
          <p:cNvSpPr/>
          <p:nvPr/>
        </p:nvSpPr>
        <p:spPr>
          <a:xfrm rot="881373">
            <a:off x="3042781" y="4122147"/>
            <a:ext cx="898447" cy="88378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6" name="Group 415"/>
          <p:cNvGrpSpPr/>
          <p:nvPr/>
        </p:nvGrpSpPr>
        <p:grpSpPr>
          <a:xfrm rot="5680207">
            <a:off x="3370199" y="4160923"/>
            <a:ext cx="406505" cy="103750"/>
            <a:chOff x="3357748" y="5081093"/>
            <a:chExt cx="406505" cy="103750"/>
          </a:xfrm>
        </p:grpSpPr>
        <p:grpSp>
          <p:nvGrpSpPr>
            <p:cNvPr id="417" name="Group 376"/>
            <p:cNvGrpSpPr/>
            <p:nvPr/>
          </p:nvGrpSpPr>
          <p:grpSpPr>
            <a:xfrm rot="556338">
              <a:off x="3357748" y="5081093"/>
              <a:ext cx="294903" cy="83526"/>
              <a:chOff x="1676400" y="8229599"/>
              <a:chExt cx="496027" cy="120299"/>
            </a:xfrm>
          </p:grpSpPr>
          <p:grpSp>
            <p:nvGrpSpPr>
              <p:cNvPr id="425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429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430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426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427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428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  <p:grpSp>
          <p:nvGrpSpPr>
            <p:cNvPr id="418" name="Group 383"/>
            <p:cNvGrpSpPr/>
            <p:nvPr/>
          </p:nvGrpSpPr>
          <p:grpSpPr>
            <a:xfrm rot="556338">
              <a:off x="3469350" y="5101317"/>
              <a:ext cx="294903" cy="83526"/>
              <a:chOff x="1676400" y="8229599"/>
              <a:chExt cx="496027" cy="120299"/>
            </a:xfrm>
          </p:grpSpPr>
          <p:grpSp>
            <p:nvGrpSpPr>
              <p:cNvPr id="419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423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424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420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421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422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431" name="Group 430"/>
          <p:cNvGrpSpPr/>
          <p:nvPr/>
        </p:nvGrpSpPr>
        <p:grpSpPr>
          <a:xfrm rot="15872212">
            <a:off x="4578477" y="3616658"/>
            <a:ext cx="294903" cy="83526"/>
            <a:chOff x="1676400" y="8229599"/>
            <a:chExt cx="496027" cy="120299"/>
          </a:xfrm>
        </p:grpSpPr>
        <p:grpSp>
          <p:nvGrpSpPr>
            <p:cNvPr id="432" name="Group 34"/>
            <p:cNvGrpSpPr>
              <a:grpSpLocks/>
            </p:cNvGrpSpPr>
            <p:nvPr/>
          </p:nvGrpSpPr>
          <p:grpSpPr bwMode="auto">
            <a:xfrm rot="16200000">
              <a:off x="2054764" y="8232236"/>
              <a:ext cx="120299" cy="115026"/>
              <a:chOff x="112445800" y="114096800"/>
              <a:chExt cx="171450" cy="171450"/>
            </a:xfrm>
          </p:grpSpPr>
          <p:sp>
            <p:nvSpPr>
              <p:cNvPr id="436" name="Oval 35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437" name="Rectangle 36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433" name="Group 37"/>
            <p:cNvGrpSpPr>
              <a:grpSpLocks/>
            </p:cNvGrpSpPr>
            <p:nvPr/>
          </p:nvGrpSpPr>
          <p:grpSpPr bwMode="auto">
            <a:xfrm rot="16200000">
              <a:off x="1673763" y="8232236"/>
              <a:ext cx="120299" cy="115026"/>
              <a:chOff x="112445800" y="114096800"/>
              <a:chExt cx="171450" cy="171450"/>
            </a:xfrm>
          </p:grpSpPr>
          <p:sp>
            <p:nvSpPr>
              <p:cNvPr id="434" name="Oval 3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435" name="Rectangle 3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</p:grpSp>
      <p:grpSp>
        <p:nvGrpSpPr>
          <p:cNvPr id="445" name="Group 444"/>
          <p:cNvGrpSpPr/>
          <p:nvPr/>
        </p:nvGrpSpPr>
        <p:grpSpPr>
          <a:xfrm rot="11580073">
            <a:off x="5338277" y="2799355"/>
            <a:ext cx="294903" cy="83526"/>
            <a:chOff x="1676400" y="8229599"/>
            <a:chExt cx="496027" cy="120299"/>
          </a:xfrm>
        </p:grpSpPr>
        <p:grpSp>
          <p:nvGrpSpPr>
            <p:cNvPr id="446" name="Group 34"/>
            <p:cNvGrpSpPr>
              <a:grpSpLocks/>
            </p:cNvGrpSpPr>
            <p:nvPr/>
          </p:nvGrpSpPr>
          <p:grpSpPr bwMode="auto">
            <a:xfrm rot="16200000">
              <a:off x="2054764" y="8232236"/>
              <a:ext cx="120299" cy="115026"/>
              <a:chOff x="112445800" y="114096800"/>
              <a:chExt cx="171450" cy="171450"/>
            </a:xfrm>
          </p:grpSpPr>
          <p:sp>
            <p:nvSpPr>
              <p:cNvPr id="450" name="Oval 35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451" name="Rectangle 36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447" name="Group 37"/>
            <p:cNvGrpSpPr>
              <a:grpSpLocks/>
            </p:cNvGrpSpPr>
            <p:nvPr/>
          </p:nvGrpSpPr>
          <p:grpSpPr bwMode="auto">
            <a:xfrm rot="16200000">
              <a:off x="1673763" y="8232236"/>
              <a:ext cx="120299" cy="115026"/>
              <a:chOff x="112445800" y="114096800"/>
              <a:chExt cx="171450" cy="171450"/>
            </a:xfrm>
          </p:grpSpPr>
          <p:sp>
            <p:nvSpPr>
              <p:cNvPr id="448" name="Oval 3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449" name="Rectangle 3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</p:grpSp>
      <p:grpSp>
        <p:nvGrpSpPr>
          <p:cNvPr id="452" name="Group 451"/>
          <p:cNvGrpSpPr/>
          <p:nvPr/>
        </p:nvGrpSpPr>
        <p:grpSpPr>
          <a:xfrm rot="6146129">
            <a:off x="5328467" y="1863182"/>
            <a:ext cx="294903" cy="83526"/>
            <a:chOff x="1676400" y="8229599"/>
            <a:chExt cx="496027" cy="120299"/>
          </a:xfrm>
        </p:grpSpPr>
        <p:grpSp>
          <p:nvGrpSpPr>
            <p:cNvPr id="453" name="Group 34"/>
            <p:cNvGrpSpPr>
              <a:grpSpLocks/>
            </p:cNvGrpSpPr>
            <p:nvPr/>
          </p:nvGrpSpPr>
          <p:grpSpPr bwMode="auto">
            <a:xfrm rot="16200000">
              <a:off x="2054764" y="8232236"/>
              <a:ext cx="120299" cy="115026"/>
              <a:chOff x="112445800" y="114096800"/>
              <a:chExt cx="171450" cy="171450"/>
            </a:xfrm>
          </p:grpSpPr>
          <p:sp>
            <p:nvSpPr>
              <p:cNvPr id="457" name="Oval 35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458" name="Rectangle 36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454" name="Group 37"/>
            <p:cNvGrpSpPr>
              <a:grpSpLocks/>
            </p:cNvGrpSpPr>
            <p:nvPr/>
          </p:nvGrpSpPr>
          <p:grpSpPr bwMode="auto">
            <a:xfrm rot="16200000">
              <a:off x="1673763" y="8232236"/>
              <a:ext cx="120299" cy="115026"/>
              <a:chOff x="112445800" y="114096800"/>
              <a:chExt cx="171450" cy="171450"/>
            </a:xfrm>
          </p:grpSpPr>
          <p:sp>
            <p:nvSpPr>
              <p:cNvPr id="455" name="Oval 3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456" name="Rectangle 3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</p:grpSp>
      <p:grpSp>
        <p:nvGrpSpPr>
          <p:cNvPr id="459" name="Group 458"/>
          <p:cNvGrpSpPr/>
          <p:nvPr/>
        </p:nvGrpSpPr>
        <p:grpSpPr>
          <a:xfrm rot="5680207">
            <a:off x="5690318" y="2005334"/>
            <a:ext cx="406505" cy="103750"/>
            <a:chOff x="3357748" y="5081093"/>
            <a:chExt cx="406505" cy="103750"/>
          </a:xfrm>
        </p:grpSpPr>
        <p:grpSp>
          <p:nvGrpSpPr>
            <p:cNvPr id="460" name="Group 376"/>
            <p:cNvGrpSpPr/>
            <p:nvPr/>
          </p:nvGrpSpPr>
          <p:grpSpPr>
            <a:xfrm rot="556338">
              <a:off x="3357748" y="5081093"/>
              <a:ext cx="294903" cy="83526"/>
              <a:chOff x="1676400" y="8229599"/>
              <a:chExt cx="496027" cy="120299"/>
            </a:xfrm>
          </p:grpSpPr>
          <p:grpSp>
            <p:nvGrpSpPr>
              <p:cNvPr id="468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472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473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469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470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471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  <p:grpSp>
          <p:nvGrpSpPr>
            <p:cNvPr id="461" name="Group 383"/>
            <p:cNvGrpSpPr/>
            <p:nvPr/>
          </p:nvGrpSpPr>
          <p:grpSpPr>
            <a:xfrm rot="556338">
              <a:off x="3469350" y="5101317"/>
              <a:ext cx="294903" cy="83526"/>
              <a:chOff x="1676400" y="8229599"/>
              <a:chExt cx="496027" cy="120299"/>
            </a:xfrm>
          </p:grpSpPr>
          <p:grpSp>
            <p:nvGrpSpPr>
              <p:cNvPr id="462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466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467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463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464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465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474" name="Group 473"/>
          <p:cNvGrpSpPr/>
          <p:nvPr/>
        </p:nvGrpSpPr>
        <p:grpSpPr>
          <a:xfrm rot="191012">
            <a:off x="5565167" y="1804752"/>
            <a:ext cx="406505" cy="103750"/>
            <a:chOff x="3357748" y="5081093"/>
            <a:chExt cx="406505" cy="103750"/>
          </a:xfrm>
        </p:grpSpPr>
        <p:grpSp>
          <p:nvGrpSpPr>
            <p:cNvPr id="475" name="Group 376"/>
            <p:cNvGrpSpPr/>
            <p:nvPr/>
          </p:nvGrpSpPr>
          <p:grpSpPr>
            <a:xfrm rot="556338">
              <a:off x="3357748" y="5081093"/>
              <a:ext cx="294903" cy="83526"/>
              <a:chOff x="1676400" y="8229599"/>
              <a:chExt cx="496027" cy="120299"/>
            </a:xfrm>
          </p:grpSpPr>
          <p:grpSp>
            <p:nvGrpSpPr>
              <p:cNvPr id="483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487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488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484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485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486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  <p:grpSp>
          <p:nvGrpSpPr>
            <p:cNvPr id="476" name="Group 383"/>
            <p:cNvGrpSpPr/>
            <p:nvPr/>
          </p:nvGrpSpPr>
          <p:grpSpPr>
            <a:xfrm rot="556338">
              <a:off x="3469350" y="5101317"/>
              <a:ext cx="294903" cy="83526"/>
              <a:chOff x="1676400" y="8229599"/>
              <a:chExt cx="496027" cy="120299"/>
            </a:xfrm>
          </p:grpSpPr>
          <p:grpSp>
            <p:nvGrpSpPr>
              <p:cNvPr id="477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481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482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478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479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480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489" name="Group 488"/>
          <p:cNvGrpSpPr/>
          <p:nvPr/>
        </p:nvGrpSpPr>
        <p:grpSpPr>
          <a:xfrm rot="5693697">
            <a:off x="2989976" y="6251063"/>
            <a:ext cx="406505" cy="103750"/>
            <a:chOff x="3357748" y="5081093"/>
            <a:chExt cx="406505" cy="103750"/>
          </a:xfrm>
        </p:grpSpPr>
        <p:grpSp>
          <p:nvGrpSpPr>
            <p:cNvPr id="490" name="Group 376"/>
            <p:cNvGrpSpPr/>
            <p:nvPr/>
          </p:nvGrpSpPr>
          <p:grpSpPr>
            <a:xfrm rot="556338">
              <a:off x="3357748" y="5081093"/>
              <a:ext cx="294903" cy="83526"/>
              <a:chOff x="1676400" y="8229599"/>
              <a:chExt cx="496027" cy="120299"/>
            </a:xfrm>
          </p:grpSpPr>
          <p:grpSp>
            <p:nvGrpSpPr>
              <p:cNvPr id="498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502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503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499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500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501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  <p:grpSp>
          <p:nvGrpSpPr>
            <p:cNvPr id="491" name="Group 383"/>
            <p:cNvGrpSpPr/>
            <p:nvPr/>
          </p:nvGrpSpPr>
          <p:grpSpPr>
            <a:xfrm rot="556338">
              <a:off x="3469350" y="5101317"/>
              <a:ext cx="294903" cy="83526"/>
              <a:chOff x="1676400" y="8229599"/>
              <a:chExt cx="496027" cy="120299"/>
            </a:xfrm>
          </p:grpSpPr>
          <p:grpSp>
            <p:nvGrpSpPr>
              <p:cNvPr id="492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496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497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493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494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495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525" name="Group 524"/>
          <p:cNvGrpSpPr/>
          <p:nvPr/>
        </p:nvGrpSpPr>
        <p:grpSpPr>
          <a:xfrm>
            <a:off x="4038600" y="1371600"/>
            <a:ext cx="533399" cy="304800"/>
            <a:chOff x="4267201" y="1600199"/>
            <a:chExt cx="533399" cy="304800"/>
          </a:xfrm>
        </p:grpSpPr>
        <p:grpSp>
          <p:nvGrpSpPr>
            <p:cNvPr id="438" name="Group 437"/>
            <p:cNvGrpSpPr/>
            <p:nvPr/>
          </p:nvGrpSpPr>
          <p:grpSpPr>
            <a:xfrm rot="16200000">
              <a:off x="4161512" y="1715785"/>
              <a:ext cx="294903" cy="83526"/>
              <a:chOff x="1676400" y="8229599"/>
              <a:chExt cx="496027" cy="120299"/>
            </a:xfrm>
          </p:grpSpPr>
          <p:grpSp>
            <p:nvGrpSpPr>
              <p:cNvPr id="439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443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444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440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441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442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  <p:grpSp>
          <p:nvGrpSpPr>
            <p:cNvPr id="504" name="Group 503"/>
            <p:cNvGrpSpPr/>
            <p:nvPr/>
          </p:nvGrpSpPr>
          <p:grpSpPr>
            <a:xfrm rot="16200000">
              <a:off x="4313912" y="1715785"/>
              <a:ext cx="294903" cy="83526"/>
              <a:chOff x="1676400" y="8229599"/>
              <a:chExt cx="496027" cy="120299"/>
            </a:xfrm>
          </p:grpSpPr>
          <p:grpSp>
            <p:nvGrpSpPr>
              <p:cNvPr id="505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509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510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506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507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508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  <p:grpSp>
          <p:nvGrpSpPr>
            <p:cNvPr id="511" name="Group 510"/>
            <p:cNvGrpSpPr/>
            <p:nvPr/>
          </p:nvGrpSpPr>
          <p:grpSpPr>
            <a:xfrm rot="16200000">
              <a:off x="4466312" y="1705888"/>
              <a:ext cx="294903" cy="83526"/>
              <a:chOff x="1676400" y="8229599"/>
              <a:chExt cx="496027" cy="120299"/>
            </a:xfrm>
          </p:grpSpPr>
          <p:grpSp>
            <p:nvGrpSpPr>
              <p:cNvPr id="512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516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517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513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514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515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  <p:grpSp>
          <p:nvGrpSpPr>
            <p:cNvPr id="518" name="Group 517"/>
            <p:cNvGrpSpPr/>
            <p:nvPr/>
          </p:nvGrpSpPr>
          <p:grpSpPr>
            <a:xfrm rot="16200000">
              <a:off x="4611385" y="1705889"/>
              <a:ext cx="294903" cy="83526"/>
              <a:chOff x="1676400" y="8229599"/>
              <a:chExt cx="496027" cy="120299"/>
            </a:xfrm>
          </p:grpSpPr>
          <p:grpSp>
            <p:nvGrpSpPr>
              <p:cNvPr id="519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523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524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520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521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522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526" name="Group 525"/>
          <p:cNvGrpSpPr/>
          <p:nvPr/>
        </p:nvGrpSpPr>
        <p:grpSpPr>
          <a:xfrm rot="17000409">
            <a:off x="3356207" y="1406746"/>
            <a:ext cx="294903" cy="83526"/>
            <a:chOff x="1676400" y="8229599"/>
            <a:chExt cx="496027" cy="120299"/>
          </a:xfrm>
        </p:grpSpPr>
        <p:grpSp>
          <p:nvGrpSpPr>
            <p:cNvPr id="527" name="Group 34"/>
            <p:cNvGrpSpPr>
              <a:grpSpLocks/>
            </p:cNvGrpSpPr>
            <p:nvPr/>
          </p:nvGrpSpPr>
          <p:grpSpPr bwMode="auto">
            <a:xfrm rot="16200000">
              <a:off x="2054764" y="8232236"/>
              <a:ext cx="120299" cy="115026"/>
              <a:chOff x="112445800" y="114096800"/>
              <a:chExt cx="171450" cy="171450"/>
            </a:xfrm>
          </p:grpSpPr>
          <p:sp>
            <p:nvSpPr>
              <p:cNvPr id="531" name="Oval 35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532" name="Rectangle 36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528" name="Group 37"/>
            <p:cNvGrpSpPr>
              <a:grpSpLocks/>
            </p:cNvGrpSpPr>
            <p:nvPr/>
          </p:nvGrpSpPr>
          <p:grpSpPr bwMode="auto">
            <a:xfrm rot="16200000">
              <a:off x="1673763" y="8232236"/>
              <a:ext cx="120299" cy="115026"/>
              <a:chOff x="112445800" y="114096800"/>
              <a:chExt cx="171450" cy="171450"/>
            </a:xfrm>
          </p:grpSpPr>
          <p:sp>
            <p:nvSpPr>
              <p:cNvPr id="529" name="Oval 3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530" name="Rectangle 3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</p:grpSp>
      <p:grpSp>
        <p:nvGrpSpPr>
          <p:cNvPr id="538" name="Group 13"/>
          <p:cNvGrpSpPr>
            <a:grpSpLocks/>
          </p:cNvGrpSpPr>
          <p:nvPr/>
        </p:nvGrpSpPr>
        <p:grpSpPr bwMode="auto">
          <a:xfrm rot="16200000">
            <a:off x="1524000" y="5029200"/>
            <a:ext cx="76200" cy="76200"/>
            <a:chOff x="112445800" y="114096800"/>
            <a:chExt cx="171450" cy="171450"/>
          </a:xfrm>
        </p:grpSpPr>
        <p:sp>
          <p:nvSpPr>
            <p:cNvPr id="539" name="Oval 14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540" name="Rectangle 15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541" name="Group 13"/>
          <p:cNvGrpSpPr>
            <a:grpSpLocks/>
          </p:cNvGrpSpPr>
          <p:nvPr/>
        </p:nvGrpSpPr>
        <p:grpSpPr bwMode="auto">
          <a:xfrm rot="16200000">
            <a:off x="1828800" y="4191000"/>
            <a:ext cx="76200" cy="76200"/>
            <a:chOff x="112445800" y="114096800"/>
            <a:chExt cx="171450" cy="171450"/>
          </a:xfrm>
        </p:grpSpPr>
        <p:sp>
          <p:nvSpPr>
            <p:cNvPr id="542" name="Oval 14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543" name="Rectangle 15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544" name="Group 13"/>
          <p:cNvGrpSpPr>
            <a:grpSpLocks/>
          </p:cNvGrpSpPr>
          <p:nvPr/>
        </p:nvGrpSpPr>
        <p:grpSpPr bwMode="auto">
          <a:xfrm rot="16200000">
            <a:off x="2057400" y="3352800"/>
            <a:ext cx="76200" cy="76200"/>
            <a:chOff x="112445800" y="114096800"/>
            <a:chExt cx="171450" cy="171450"/>
          </a:xfrm>
        </p:grpSpPr>
        <p:sp>
          <p:nvSpPr>
            <p:cNvPr id="545" name="Oval 14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546" name="Rectangle 15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547" name="Group 13"/>
          <p:cNvGrpSpPr>
            <a:grpSpLocks/>
          </p:cNvGrpSpPr>
          <p:nvPr/>
        </p:nvGrpSpPr>
        <p:grpSpPr bwMode="auto">
          <a:xfrm rot="16200000">
            <a:off x="2362200" y="2514600"/>
            <a:ext cx="76200" cy="76200"/>
            <a:chOff x="112445800" y="114096800"/>
            <a:chExt cx="171450" cy="171450"/>
          </a:xfrm>
        </p:grpSpPr>
        <p:sp>
          <p:nvSpPr>
            <p:cNvPr id="548" name="Oval 14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549" name="Rectangle 15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550" name="Group 13"/>
          <p:cNvGrpSpPr>
            <a:grpSpLocks/>
          </p:cNvGrpSpPr>
          <p:nvPr/>
        </p:nvGrpSpPr>
        <p:grpSpPr bwMode="auto">
          <a:xfrm rot="16200000">
            <a:off x="1219200" y="5867400"/>
            <a:ext cx="76200" cy="76200"/>
            <a:chOff x="112445800" y="114096800"/>
            <a:chExt cx="171450" cy="171450"/>
          </a:xfrm>
        </p:grpSpPr>
        <p:sp>
          <p:nvSpPr>
            <p:cNvPr id="551" name="Oval 14"/>
            <p:cNvSpPr>
              <a:spLocks noChangeArrowheads="1"/>
            </p:cNvSpPr>
            <p:nvPr/>
          </p:nvSpPr>
          <p:spPr bwMode="auto">
            <a:xfrm>
              <a:off x="112471200" y="114128550"/>
              <a:ext cx="114300" cy="114300"/>
            </a:xfrm>
            <a:prstGeom prst="ellipse">
              <a:avLst/>
            </a:prstGeom>
            <a:noFill/>
            <a:ln w="9525" algn="in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552" name="Rectangle 15"/>
            <p:cNvSpPr>
              <a:spLocks noChangeArrowheads="1"/>
            </p:cNvSpPr>
            <p:nvPr/>
          </p:nvSpPr>
          <p:spPr bwMode="auto">
            <a:xfrm>
              <a:off x="112445800" y="114096800"/>
              <a:ext cx="171450" cy="171450"/>
            </a:xfrm>
            <a:prstGeom prst="rect">
              <a:avLst/>
            </a:pr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553" name="Group 552"/>
          <p:cNvGrpSpPr/>
          <p:nvPr/>
        </p:nvGrpSpPr>
        <p:grpSpPr>
          <a:xfrm rot="1311441">
            <a:off x="1300349" y="6986094"/>
            <a:ext cx="294903" cy="83526"/>
            <a:chOff x="1676400" y="8229599"/>
            <a:chExt cx="496027" cy="120299"/>
          </a:xfrm>
        </p:grpSpPr>
        <p:grpSp>
          <p:nvGrpSpPr>
            <p:cNvPr id="554" name="Group 34"/>
            <p:cNvGrpSpPr>
              <a:grpSpLocks/>
            </p:cNvGrpSpPr>
            <p:nvPr/>
          </p:nvGrpSpPr>
          <p:grpSpPr bwMode="auto">
            <a:xfrm rot="16200000">
              <a:off x="2054764" y="8232236"/>
              <a:ext cx="120299" cy="115026"/>
              <a:chOff x="112445800" y="114096800"/>
              <a:chExt cx="171450" cy="171450"/>
            </a:xfrm>
          </p:grpSpPr>
          <p:sp>
            <p:nvSpPr>
              <p:cNvPr id="558" name="Oval 35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559" name="Rectangle 36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555" name="Group 37"/>
            <p:cNvGrpSpPr>
              <a:grpSpLocks/>
            </p:cNvGrpSpPr>
            <p:nvPr/>
          </p:nvGrpSpPr>
          <p:grpSpPr bwMode="auto">
            <a:xfrm rot="16200000">
              <a:off x="1673763" y="8232236"/>
              <a:ext cx="120299" cy="115026"/>
              <a:chOff x="112445800" y="114096800"/>
              <a:chExt cx="171450" cy="171450"/>
            </a:xfrm>
          </p:grpSpPr>
          <p:sp>
            <p:nvSpPr>
              <p:cNvPr id="556" name="Oval 3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557" name="Rectangle 3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</p:grpSp>
      <p:grpSp>
        <p:nvGrpSpPr>
          <p:cNvPr id="560" name="Group 559"/>
          <p:cNvGrpSpPr/>
          <p:nvPr/>
        </p:nvGrpSpPr>
        <p:grpSpPr>
          <a:xfrm rot="1311441">
            <a:off x="1211747" y="7214694"/>
            <a:ext cx="294903" cy="83526"/>
            <a:chOff x="1676400" y="8229599"/>
            <a:chExt cx="496027" cy="120299"/>
          </a:xfrm>
        </p:grpSpPr>
        <p:grpSp>
          <p:nvGrpSpPr>
            <p:cNvPr id="561" name="Group 34"/>
            <p:cNvGrpSpPr>
              <a:grpSpLocks/>
            </p:cNvGrpSpPr>
            <p:nvPr/>
          </p:nvGrpSpPr>
          <p:grpSpPr bwMode="auto">
            <a:xfrm rot="16200000">
              <a:off x="2054764" y="8232236"/>
              <a:ext cx="120299" cy="115026"/>
              <a:chOff x="112445800" y="114096800"/>
              <a:chExt cx="171450" cy="171450"/>
            </a:xfrm>
          </p:grpSpPr>
          <p:sp>
            <p:nvSpPr>
              <p:cNvPr id="565" name="Oval 35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566" name="Rectangle 36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562" name="Group 37"/>
            <p:cNvGrpSpPr>
              <a:grpSpLocks/>
            </p:cNvGrpSpPr>
            <p:nvPr/>
          </p:nvGrpSpPr>
          <p:grpSpPr bwMode="auto">
            <a:xfrm rot="16200000">
              <a:off x="1673763" y="8232236"/>
              <a:ext cx="120299" cy="115026"/>
              <a:chOff x="112445800" y="114096800"/>
              <a:chExt cx="171450" cy="171450"/>
            </a:xfrm>
          </p:grpSpPr>
          <p:sp>
            <p:nvSpPr>
              <p:cNvPr id="563" name="Oval 3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564" name="Rectangle 3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</p:grpSp>
      <p:grpSp>
        <p:nvGrpSpPr>
          <p:cNvPr id="567" name="Group 566"/>
          <p:cNvGrpSpPr/>
          <p:nvPr/>
        </p:nvGrpSpPr>
        <p:grpSpPr>
          <a:xfrm rot="1311441">
            <a:off x="1128451" y="7443293"/>
            <a:ext cx="294903" cy="83526"/>
            <a:chOff x="1676400" y="8229599"/>
            <a:chExt cx="496027" cy="120299"/>
          </a:xfrm>
        </p:grpSpPr>
        <p:grpSp>
          <p:nvGrpSpPr>
            <p:cNvPr id="568" name="Group 34"/>
            <p:cNvGrpSpPr>
              <a:grpSpLocks/>
            </p:cNvGrpSpPr>
            <p:nvPr/>
          </p:nvGrpSpPr>
          <p:grpSpPr bwMode="auto">
            <a:xfrm rot="16200000">
              <a:off x="2054764" y="8232236"/>
              <a:ext cx="120299" cy="115026"/>
              <a:chOff x="112445800" y="114096800"/>
              <a:chExt cx="171450" cy="171450"/>
            </a:xfrm>
          </p:grpSpPr>
          <p:sp>
            <p:nvSpPr>
              <p:cNvPr id="572" name="Oval 35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573" name="Rectangle 36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569" name="Group 37"/>
            <p:cNvGrpSpPr>
              <a:grpSpLocks/>
            </p:cNvGrpSpPr>
            <p:nvPr/>
          </p:nvGrpSpPr>
          <p:grpSpPr bwMode="auto">
            <a:xfrm rot="16200000">
              <a:off x="1673763" y="8232236"/>
              <a:ext cx="120299" cy="115026"/>
              <a:chOff x="112445800" y="114096800"/>
              <a:chExt cx="171450" cy="171450"/>
            </a:xfrm>
          </p:grpSpPr>
          <p:sp>
            <p:nvSpPr>
              <p:cNvPr id="570" name="Oval 3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571" name="Rectangle 3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</p:grpSp>
      <p:grpSp>
        <p:nvGrpSpPr>
          <p:cNvPr id="574" name="Group 573"/>
          <p:cNvGrpSpPr/>
          <p:nvPr/>
        </p:nvGrpSpPr>
        <p:grpSpPr>
          <a:xfrm rot="1311441">
            <a:off x="1039849" y="7671893"/>
            <a:ext cx="294903" cy="83526"/>
            <a:chOff x="1676400" y="8229599"/>
            <a:chExt cx="496027" cy="120299"/>
          </a:xfrm>
        </p:grpSpPr>
        <p:grpSp>
          <p:nvGrpSpPr>
            <p:cNvPr id="575" name="Group 34"/>
            <p:cNvGrpSpPr>
              <a:grpSpLocks/>
            </p:cNvGrpSpPr>
            <p:nvPr/>
          </p:nvGrpSpPr>
          <p:grpSpPr bwMode="auto">
            <a:xfrm rot="16200000">
              <a:off x="2054764" y="8232236"/>
              <a:ext cx="120299" cy="115026"/>
              <a:chOff x="112445800" y="114096800"/>
              <a:chExt cx="171450" cy="171450"/>
            </a:xfrm>
          </p:grpSpPr>
          <p:sp>
            <p:nvSpPr>
              <p:cNvPr id="579" name="Oval 35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580" name="Rectangle 36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576" name="Group 37"/>
            <p:cNvGrpSpPr>
              <a:grpSpLocks/>
            </p:cNvGrpSpPr>
            <p:nvPr/>
          </p:nvGrpSpPr>
          <p:grpSpPr bwMode="auto">
            <a:xfrm rot="16200000">
              <a:off x="1673763" y="8232236"/>
              <a:ext cx="120299" cy="115026"/>
              <a:chOff x="112445800" y="114096800"/>
              <a:chExt cx="171450" cy="171450"/>
            </a:xfrm>
          </p:grpSpPr>
          <p:sp>
            <p:nvSpPr>
              <p:cNvPr id="577" name="Oval 3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578" name="Rectangle 3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</p:grpSp>
      <p:grpSp>
        <p:nvGrpSpPr>
          <p:cNvPr id="581" name="Group 580"/>
          <p:cNvGrpSpPr/>
          <p:nvPr/>
        </p:nvGrpSpPr>
        <p:grpSpPr>
          <a:xfrm rot="6581184">
            <a:off x="1967349" y="6357729"/>
            <a:ext cx="294903" cy="83526"/>
            <a:chOff x="1676400" y="8229599"/>
            <a:chExt cx="496027" cy="120299"/>
          </a:xfrm>
        </p:grpSpPr>
        <p:grpSp>
          <p:nvGrpSpPr>
            <p:cNvPr id="582" name="Group 34"/>
            <p:cNvGrpSpPr>
              <a:grpSpLocks/>
            </p:cNvGrpSpPr>
            <p:nvPr/>
          </p:nvGrpSpPr>
          <p:grpSpPr bwMode="auto">
            <a:xfrm rot="16200000">
              <a:off x="2054764" y="8232236"/>
              <a:ext cx="120299" cy="115026"/>
              <a:chOff x="112445800" y="114096800"/>
              <a:chExt cx="171450" cy="171450"/>
            </a:xfrm>
          </p:grpSpPr>
          <p:sp>
            <p:nvSpPr>
              <p:cNvPr id="586" name="Oval 35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587" name="Rectangle 36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583" name="Group 37"/>
            <p:cNvGrpSpPr>
              <a:grpSpLocks/>
            </p:cNvGrpSpPr>
            <p:nvPr/>
          </p:nvGrpSpPr>
          <p:grpSpPr bwMode="auto">
            <a:xfrm rot="16200000">
              <a:off x="1673763" y="8232236"/>
              <a:ext cx="120299" cy="115026"/>
              <a:chOff x="112445800" y="114096800"/>
              <a:chExt cx="171450" cy="171450"/>
            </a:xfrm>
          </p:grpSpPr>
          <p:sp>
            <p:nvSpPr>
              <p:cNvPr id="584" name="Oval 3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585" name="Rectangle 3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</p:grpSp>
      <p:grpSp>
        <p:nvGrpSpPr>
          <p:cNvPr id="616" name="Group 615"/>
          <p:cNvGrpSpPr/>
          <p:nvPr/>
        </p:nvGrpSpPr>
        <p:grpSpPr>
          <a:xfrm rot="575114">
            <a:off x="577005" y="7865581"/>
            <a:ext cx="555403" cy="769325"/>
            <a:chOff x="614549" y="7865581"/>
            <a:chExt cx="555403" cy="769325"/>
          </a:xfrm>
        </p:grpSpPr>
        <p:grpSp>
          <p:nvGrpSpPr>
            <p:cNvPr id="588" name="Group 587"/>
            <p:cNvGrpSpPr/>
            <p:nvPr/>
          </p:nvGrpSpPr>
          <p:grpSpPr>
            <a:xfrm rot="1311441">
              <a:off x="875049" y="7865581"/>
              <a:ext cx="294903" cy="83526"/>
              <a:chOff x="1676400" y="8229599"/>
              <a:chExt cx="496027" cy="120299"/>
            </a:xfrm>
          </p:grpSpPr>
          <p:grpSp>
            <p:nvGrpSpPr>
              <p:cNvPr id="589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593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594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590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591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592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  <p:grpSp>
          <p:nvGrpSpPr>
            <p:cNvPr id="595" name="Group 594"/>
            <p:cNvGrpSpPr/>
            <p:nvPr/>
          </p:nvGrpSpPr>
          <p:grpSpPr>
            <a:xfrm rot="1311441">
              <a:off x="786447" y="8094181"/>
              <a:ext cx="294903" cy="83526"/>
              <a:chOff x="1676400" y="8229599"/>
              <a:chExt cx="496027" cy="120299"/>
            </a:xfrm>
          </p:grpSpPr>
          <p:grpSp>
            <p:nvGrpSpPr>
              <p:cNvPr id="596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600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601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597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598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599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  <p:grpSp>
          <p:nvGrpSpPr>
            <p:cNvPr id="602" name="Group 601"/>
            <p:cNvGrpSpPr/>
            <p:nvPr/>
          </p:nvGrpSpPr>
          <p:grpSpPr>
            <a:xfrm rot="1311441">
              <a:off x="703151" y="8322780"/>
              <a:ext cx="294903" cy="83526"/>
              <a:chOff x="1676400" y="8229599"/>
              <a:chExt cx="496027" cy="120299"/>
            </a:xfrm>
          </p:grpSpPr>
          <p:grpSp>
            <p:nvGrpSpPr>
              <p:cNvPr id="603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607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608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604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605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606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  <p:grpSp>
          <p:nvGrpSpPr>
            <p:cNvPr id="609" name="Group 608"/>
            <p:cNvGrpSpPr/>
            <p:nvPr/>
          </p:nvGrpSpPr>
          <p:grpSpPr>
            <a:xfrm rot="1311441">
              <a:off x="614549" y="8551380"/>
              <a:ext cx="294903" cy="83526"/>
              <a:chOff x="1676400" y="8229599"/>
              <a:chExt cx="496027" cy="120299"/>
            </a:xfrm>
          </p:grpSpPr>
          <p:grpSp>
            <p:nvGrpSpPr>
              <p:cNvPr id="610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614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615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611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612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613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617" name="Group 616"/>
          <p:cNvGrpSpPr/>
          <p:nvPr/>
        </p:nvGrpSpPr>
        <p:grpSpPr>
          <a:xfrm rot="1311441">
            <a:off x="2172838" y="6986093"/>
            <a:ext cx="294903" cy="83526"/>
            <a:chOff x="1676400" y="8229599"/>
            <a:chExt cx="496027" cy="120299"/>
          </a:xfrm>
        </p:grpSpPr>
        <p:grpSp>
          <p:nvGrpSpPr>
            <p:cNvPr id="618" name="Group 34"/>
            <p:cNvGrpSpPr>
              <a:grpSpLocks/>
            </p:cNvGrpSpPr>
            <p:nvPr/>
          </p:nvGrpSpPr>
          <p:grpSpPr bwMode="auto">
            <a:xfrm rot="16200000">
              <a:off x="2054764" y="8232236"/>
              <a:ext cx="120299" cy="115026"/>
              <a:chOff x="112445800" y="114096800"/>
              <a:chExt cx="171450" cy="171450"/>
            </a:xfrm>
          </p:grpSpPr>
          <p:sp>
            <p:nvSpPr>
              <p:cNvPr id="622" name="Oval 35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623" name="Rectangle 36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619" name="Group 37"/>
            <p:cNvGrpSpPr>
              <a:grpSpLocks/>
            </p:cNvGrpSpPr>
            <p:nvPr/>
          </p:nvGrpSpPr>
          <p:grpSpPr bwMode="auto">
            <a:xfrm rot="16200000">
              <a:off x="1673763" y="8232236"/>
              <a:ext cx="120299" cy="115026"/>
              <a:chOff x="112445800" y="114096800"/>
              <a:chExt cx="171450" cy="171450"/>
            </a:xfrm>
          </p:grpSpPr>
          <p:sp>
            <p:nvSpPr>
              <p:cNvPr id="620" name="Oval 3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621" name="Rectangle 3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</p:grpSp>
      <p:grpSp>
        <p:nvGrpSpPr>
          <p:cNvPr id="624" name="Group 623"/>
          <p:cNvGrpSpPr/>
          <p:nvPr/>
        </p:nvGrpSpPr>
        <p:grpSpPr>
          <a:xfrm rot="1311441">
            <a:off x="2130929" y="7138494"/>
            <a:ext cx="294903" cy="83526"/>
            <a:chOff x="1676400" y="8229599"/>
            <a:chExt cx="496027" cy="120299"/>
          </a:xfrm>
        </p:grpSpPr>
        <p:grpSp>
          <p:nvGrpSpPr>
            <p:cNvPr id="625" name="Group 34"/>
            <p:cNvGrpSpPr>
              <a:grpSpLocks/>
            </p:cNvGrpSpPr>
            <p:nvPr/>
          </p:nvGrpSpPr>
          <p:grpSpPr bwMode="auto">
            <a:xfrm rot="16200000">
              <a:off x="2054764" y="8232236"/>
              <a:ext cx="120299" cy="115026"/>
              <a:chOff x="112445800" y="114096800"/>
              <a:chExt cx="171450" cy="171450"/>
            </a:xfrm>
          </p:grpSpPr>
          <p:sp>
            <p:nvSpPr>
              <p:cNvPr id="629" name="Oval 35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630" name="Rectangle 36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626" name="Group 37"/>
            <p:cNvGrpSpPr>
              <a:grpSpLocks/>
            </p:cNvGrpSpPr>
            <p:nvPr/>
          </p:nvGrpSpPr>
          <p:grpSpPr bwMode="auto">
            <a:xfrm rot="16200000">
              <a:off x="1673763" y="8232236"/>
              <a:ext cx="120299" cy="115026"/>
              <a:chOff x="112445800" y="114096800"/>
              <a:chExt cx="171450" cy="171450"/>
            </a:xfrm>
          </p:grpSpPr>
          <p:sp>
            <p:nvSpPr>
              <p:cNvPr id="627" name="Oval 3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628" name="Rectangle 3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</p:grpSp>
      <p:grpSp>
        <p:nvGrpSpPr>
          <p:cNvPr id="631" name="Group 630"/>
          <p:cNvGrpSpPr/>
          <p:nvPr/>
        </p:nvGrpSpPr>
        <p:grpSpPr>
          <a:xfrm rot="1311441">
            <a:off x="2092829" y="7256604"/>
            <a:ext cx="294903" cy="83526"/>
            <a:chOff x="1676400" y="8229599"/>
            <a:chExt cx="496027" cy="120299"/>
          </a:xfrm>
        </p:grpSpPr>
        <p:grpSp>
          <p:nvGrpSpPr>
            <p:cNvPr id="632" name="Group 34"/>
            <p:cNvGrpSpPr>
              <a:grpSpLocks/>
            </p:cNvGrpSpPr>
            <p:nvPr/>
          </p:nvGrpSpPr>
          <p:grpSpPr bwMode="auto">
            <a:xfrm rot="16200000">
              <a:off x="2054764" y="8232236"/>
              <a:ext cx="120299" cy="115026"/>
              <a:chOff x="112445800" y="114096800"/>
              <a:chExt cx="171450" cy="171450"/>
            </a:xfrm>
          </p:grpSpPr>
          <p:sp>
            <p:nvSpPr>
              <p:cNvPr id="636" name="Oval 35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637" name="Rectangle 36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633" name="Group 37"/>
            <p:cNvGrpSpPr>
              <a:grpSpLocks/>
            </p:cNvGrpSpPr>
            <p:nvPr/>
          </p:nvGrpSpPr>
          <p:grpSpPr bwMode="auto">
            <a:xfrm rot="16200000">
              <a:off x="1673763" y="8232236"/>
              <a:ext cx="120299" cy="115026"/>
              <a:chOff x="112445800" y="114096800"/>
              <a:chExt cx="171450" cy="171450"/>
            </a:xfrm>
          </p:grpSpPr>
          <p:sp>
            <p:nvSpPr>
              <p:cNvPr id="634" name="Oval 3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635" name="Rectangle 3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</p:grpSp>
      <p:grpSp>
        <p:nvGrpSpPr>
          <p:cNvPr id="638" name="Group 211"/>
          <p:cNvGrpSpPr>
            <a:grpSpLocks/>
          </p:cNvGrpSpPr>
          <p:nvPr/>
        </p:nvGrpSpPr>
        <p:grpSpPr bwMode="auto">
          <a:xfrm rot="6194326">
            <a:off x="2508418" y="6907420"/>
            <a:ext cx="76201" cy="76199"/>
            <a:chOff x="109928025" y="112014000"/>
            <a:chExt cx="171450" cy="171450"/>
          </a:xfrm>
        </p:grpSpPr>
        <p:sp>
          <p:nvSpPr>
            <p:cNvPr id="639" name="AutoShape 212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640" name="Line 213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641" name="Group 211"/>
          <p:cNvGrpSpPr>
            <a:grpSpLocks/>
          </p:cNvGrpSpPr>
          <p:nvPr/>
        </p:nvGrpSpPr>
        <p:grpSpPr bwMode="auto">
          <a:xfrm rot="6194326">
            <a:off x="3040287" y="4427314"/>
            <a:ext cx="76201" cy="76199"/>
            <a:chOff x="109928025" y="112014000"/>
            <a:chExt cx="171450" cy="171450"/>
          </a:xfrm>
        </p:grpSpPr>
        <p:sp>
          <p:nvSpPr>
            <p:cNvPr id="642" name="AutoShape 212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643" name="Line 213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644" name="Group 211"/>
          <p:cNvGrpSpPr>
            <a:grpSpLocks/>
          </p:cNvGrpSpPr>
          <p:nvPr/>
        </p:nvGrpSpPr>
        <p:grpSpPr bwMode="auto">
          <a:xfrm rot="566513">
            <a:off x="3674900" y="3575666"/>
            <a:ext cx="76201" cy="76199"/>
            <a:chOff x="109928025" y="112014000"/>
            <a:chExt cx="171450" cy="171450"/>
          </a:xfrm>
        </p:grpSpPr>
        <p:sp>
          <p:nvSpPr>
            <p:cNvPr id="645" name="AutoShape 212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646" name="Line 213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647" name="Group 211"/>
          <p:cNvGrpSpPr>
            <a:grpSpLocks/>
          </p:cNvGrpSpPr>
          <p:nvPr/>
        </p:nvGrpSpPr>
        <p:grpSpPr bwMode="auto">
          <a:xfrm rot="21102648">
            <a:off x="4662448" y="3421570"/>
            <a:ext cx="76201" cy="76199"/>
            <a:chOff x="109928025" y="112014000"/>
            <a:chExt cx="171450" cy="171450"/>
          </a:xfrm>
        </p:grpSpPr>
        <p:sp>
          <p:nvSpPr>
            <p:cNvPr id="648" name="AutoShape 212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649" name="Line 213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650" name="Group 211"/>
          <p:cNvGrpSpPr>
            <a:grpSpLocks/>
          </p:cNvGrpSpPr>
          <p:nvPr/>
        </p:nvGrpSpPr>
        <p:grpSpPr bwMode="auto">
          <a:xfrm rot="17196008">
            <a:off x="5252704" y="2753502"/>
            <a:ext cx="76201" cy="76199"/>
            <a:chOff x="109928025" y="112014000"/>
            <a:chExt cx="171450" cy="171450"/>
          </a:xfrm>
        </p:grpSpPr>
        <p:sp>
          <p:nvSpPr>
            <p:cNvPr id="651" name="AutoShape 212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652" name="Line 213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653" name="Group 211"/>
          <p:cNvGrpSpPr>
            <a:grpSpLocks/>
          </p:cNvGrpSpPr>
          <p:nvPr/>
        </p:nvGrpSpPr>
        <p:grpSpPr bwMode="auto">
          <a:xfrm rot="15764902">
            <a:off x="5322444" y="1990498"/>
            <a:ext cx="76201" cy="76199"/>
            <a:chOff x="109928025" y="112014000"/>
            <a:chExt cx="171450" cy="171450"/>
          </a:xfrm>
        </p:grpSpPr>
        <p:sp>
          <p:nvSpPr>
            <p:cNvPr id="654" name="AutoShape 212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655" name="Line 213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659" name="Group 211"/>
          <p:cNvGrpSpPr>
            <a:grpSpLocks/>
          </p:cNvGrpSpPr>
          <p:nvPr/>
        </p:nvGrpSpPr>
        <p:grpSpPr bwMode="auto">
          <a:xfrm rot="11166111">
            <a:off x="4485878" y="1679210"/>
            <a:ext cx="76201" cy="76199"/>
            <a:chOff x="109928025" y="112014000"/>
            <a:chExt cx="171450" cy="171450"/>
          </a:xfrm>
        </p:grpSpPr>
        <p:sp>
          <p:nvSpPr>
            <p:cNvPr id="660" name="AutoShape 212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661" name="Line 213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662" name="Group 211"/>
          <p:cNvGrpSpPr>
            <a:grpSpLocks/>
          </p:cNvGrpSpPr>
          <p:nvPr/>
        </p:nvGrpSpPr>
        <p:grpSpPr bwMode="auto">
          <a:xfrm rot="11625491">
            <a:off x="3427734" y="1598002"/>
            <a:ext cx="76201" cy="76199"/>
            <a:chOff x="109928025" y="112014000"/>
            <a:chExt cx="171450" cy="171450"/>
          </a:xfrm>
        </p:grpSpPr>
        <p:sp>
          <p:nvSpPr>
            <p:cNvPr id="663" name="AutoShape 212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664" name="Line 213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665" name="Group 211"/>
          <p:cNvGrpSpPr>
            <a:grpSpLocks/>
          </p:cNvGrpSpPr>
          <p:nvPr/>
        </p:nvGrpSpPr>
        <p:grpSpPr bwMode="auto">
          <a:xfrm rot="566513">
            <a:off x="2163187" y="6082315"/>
            <a:ext cx="76201" cy="76199"/>
            <a:chOff x="109928025" y="112014000"/>
            <a:chExt cx="171450" cy="171450"/>
          </a:xfrm>
        </p:grpSpPr>
        <p:sp>
          <p:nvSpPr>
            <p:cNvPr id="666" name="AutoShape 212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667" name="Line 213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668" name="Group 211"/>
          <p:cNvGrpSpPr>
            <a:grpSpLocks/>
          </p:cNvGrpSpPr>
          <p:nvPr/>
        </p:nvGrpSpPr>
        <p:grpSpPr bwMode="auto">
          <a:xfrm rot="566513">
            <a:off x="2191681" y="5981138"/>
            <a:ext cx="76201" cy="76199"/>
            <a:chOff x="109928025" y="112014000"/>
            <a:chExt cx="171450" cy="171450"/>
          </a:xfrm>
        </p:grpSpPr>
        <p:sp>
          <p:nvSpPr>
            <p:cNvPr id="669" name="AutoShape 212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670" name="Line 213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671" name="Group 211"/>
          <p:cNvGrpSpPr>
            <a:grpSpLocks/>
          </p:cNvGrpSpPr>
          <p:nvPr/>
        </p:nvGrpSpPr>
        <p:grpSpPr bwMode="auto">
          <a:xfrm rot="14745749">
            <a:off x="3053733" y="5270084"/>
            <a:ext cx="76201" cy="76199"/>
            <a:chOff x="109928025" y="112014000"/>
            <a:chExt cx="171450" cy="171450"/>
          </a:xfrm>
        </p:grpSpPr>
        <p:sp>
          <p:nvSpPr>
            <p:cNvPr id="672" name="AutoShape 212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673" name="Line 213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sp>
        <p:nvSpPr>
          <p:cNvPr id="674" name="Freeform 673"/>
          <p:cNvSpPr/>
          <p:nvPr/>
        </p:nvSpPr>
        <p:spPr>
          <a:xfrm>
            <a:off x="1368425" y="1381125"/>
            <a:ext cx="4349750" cy="7591425"/>
          </a:xfrm>
          <a:custGeom>
            <a:avLst/>
            <a:gdLst>
              <a:gd name="connsiteX0" fmla="*/ 257175 w 4413250"/>
              <a:gd name="connsiteY0" fmla="*/ 7591425 h 7591425"/>
              <a:gd name="connsiteX1" fmla="*/ 600075 w 4413250"/>
              <a:gd name="connsiteY1" fmla="*/ 6867525 h 7591425"/>
              <a:gd name="connsiteX2" fmla="*/ 1076325 w 4413250"/>
              <a:gd name="connsiteY2" fmla="*/ 5400675 h 7591425"/>
              <a:gd name="connsiteX3" fmla="*/ 1876425 w 4413250"/>
              <a:gd name="connsiteY3" fmla="*/ 4600575 h 7591425"/>
              <a:gd name="connsiteX4" fmla="*/ 2105025 w 4413250"/>
              <a:gd name="connsiteY4" fmla="*/ 4181475 h 7591425"/>
              <a:gd name="connsiteX5" fmla="*/ 2162175 w 4413250"/>
              <a:gd name="connsiteY5" fmla="*/ 3933825 h 7591425"/>
              <a:gd name="connsiteX6" fmla="*/ 1762125 w 4413250"/>
              <a:gd name="connsiteY6" fmla="*/ 3781425 h 7591425"/>
              <a:gd name="connsiteX7" fmla="*/ 1571625 w 4413250"/>
              <a:gd name="connsiteY7" fmla="*/ 3057525 h 7591425"/>
              <a:gd name="connsiteX8" fmla="*/ 2276475 w 4413250"/>
              <a:gd name="connsiteY8" fmla="*/ 2390775 h 7591425"/>
              <a:gd name="connsiteX9" fmla="*/ 3419475 w 4413250"/>
              <a:gd name="connsiteY9" fmla="*/ 2295525 h 7591425"/>
              <a:gd name="connsiteX10" fmla="*/ 4219575 w 4413250"/>
              <a:gd name="connsiteY10" fmla="*/ 1457325 h 7591425"/>
              <a:gd name="connsiteX11" fmla="*/ 4391025 w 4413250"/>
              <a:gd name="connsiteY11" fmla="*/ 638175 h 7591425"/>
              <a:gd name="connsiteX12" fmla="*/ 4086225 w 4413250"/>
              <a:gd name="connsiteY12" fmla="*/ 523875 h 7591425"/>
              <a:gd name="connsiteX13" fmla="*/ 3743325 w 4413250"/>
              <a:gd name="connsiteY13" fmla="*/ 123825 h 7591425"/>
              <a:gd name="connsiteX14" fmla="*/ 3533775 w 4413250"/>
              <a:gd name="connsiteY14" fmla="*/ 142875 h 7591425"/>
              <a:gd name="connsiteX15" fmla="*/ 2581275 w 4413250"/>
              <a:gd name="connsiteY15" fmla="*/ 161925 h 7591425"/>
              <a:gd name="connsiteX16" fmla="*/ 2409825 w 4413250"/>
              <a:gd name="connsiteY16" fmla="*/ 123825 h 7591425"/>
              <a:gd name="connsiteX17" fmla="*/ 1838325 w 4413250"/>
              <a:gd name="connsiteY17" fmla="*/ 47625 h 7591425"/>
              <a:gd name="connsiteX18" fmla="*/ 1209675 w 4413250"/>
              <a:gd name="connsiteY18" fmla="*/ 200025 h 7591425"/>
              <a:gd name="connsiteX19" fmla="*/ 1247775 w 4413250"/>
              <a:gd name="connsiteY19" fmla="*/ 1247775 h 7591425"/>
              <a:gd name="connsiteX20" fmla="*/ 676275 w 4413250"/>
              <a:gd name="connsiteY20" fmla="*/ 1914525 h 7591425"/>
              <a:gd name="connsiteX21" fmla="*/ 695325 w 4413250"/>
              <a:gd name="connsiteY21" fmla="*/ 2886075 h 7591425"/>
              <a:gd name="connsiteX22" fmla="*/ 66675 w 4413250"/>
              <a:gd name="connsiteY22" fmla="*/ 3648075 h 7591425"/>
              <a:gd name="connsiteX23" fmla="*/ 295275 w 4413250"/>
              <a:gd name="connsiteY23" fmla="*/ 4943475 h 7591425"/>
              <a:gd name="connsiteX24" fmla="*/ 1571625 w 4413250"/>
              <a:gd name="connsiteY24" fmla="*/ 4886325 h 7591425"/>
              <a:gd name="connsiteX25" fmla="*/ 1704975 w 4413250"/>
              <a:gd name="connsiteY25" fmla="*/ 4772025 h 7591425"/>
              <a:gd name="connsiteX0" fmla="*/ 257175 w 4413250"/>
              <a:gd name="connsiteY0" fmla="*/ 7591425 h 7591425"/>
              <a:gd name="connsiteX1" fmla="*/ 600075 w 4413250"/>
              <a:gd name="connsiteY1" fmla="*/ 6867525 h 7591425"/>
              <a:gd name="connsiteX2" fmla="*/ 1076325 w 4413250"/>
              <a:gd name="connsiteY2" fmla="*/ 5400675 h 7591425"/>
              <a:gd name="connsiteX3" fmla="*/ 1876425 w 4413250"/>
              <a:gd name="connsiteY3" fmla="*/ 4600575 h 7591425"/>
              <a:gd name="connsiteX4" fmla="*/ 2105025 w 4413250"/>
              <a:gd name="connsiteY4" fmla="*/ 4181475 h 7591425"/>
              <a:gd name="connsiteX5" fmla="*/ 2162175 w 4413250"/>
              <a:gd name="connsiteY5" fmla="*/ 3933825 h 7591425"/>
              <a:gd name="connsiteX6" fmla="*/ 1762125 w 4413250"/>
              <a:gd name="connsiteY6" fmla="*/ 3781425 h 7591425"/>
              <a:gd name="connsiteX7" fmla="*/ 1571625 w 4413250"/>
              <a:gd name="connsiteY7" fmla="*/ 3057525 h 7591425"/>
              <a:gd name="connsiteX8" fmla="*/ 2276475 w 4413250"/>
              <a:gd name="connsiteY8" fmla="*/ 2390775 h 7591425"/>
              <a:gd name="connsiteX9" fmla="*/ 3419475 w 4413250"/>
              <a:gd name="connsiteY9" fmla="*/ 2295525 h 7591425"/>
              <a:gd name="connsiteX10" fmla="*/ 4219575 w 4413250"/>
              <a:gd name="connsiteY10" fmla="*/ 1457325 h 7591425"/>
              <a:gd name="connsiteX11" fmla="*/ 4391025 w 4413250"/>
              <a:gd name="connsiteY11" fmla="*/ 638175 h 7591425"/>
              <a:gd name="connsiteX12" fmla="*/ 4086225 w 4413250"/>
              <a:gd name="connsiteY12" fmla="*/ 523875 h 7591425"/>
              <a:gd name="connsiteX13" fmla="*/ 3743325 w 4413250"/>
              <a:gd name="connsiteY13" fmla="*/ 123825 h 7591425"/>
              <a:gd name="connsiteX14" fmla="*/ 3533775 w 4413250"/>
              <a:gd name="connsiteY14" fmla="*/ 142875 h 7591425"/>
              <a:gd name="connsiteX15" fmla="*/ 2581275 w 4413250"/>
              <a:gd name="connsiteY15" fmla="*/ 161925 h 7591425"/>
              <a:gd name="connsiteX16" fmla="*/ 2409825 w 4413250"/>
              <a:gd name="connsiteY16" fmla="*/ 123825 h 7591425"/>
              <a:gd name="connsiteX17" fmla="*/ 1838325 w 4413250"/>
              <a:gd name="connsiteY17" fmla="*/ 47625 h 7591425"/>
              <a:gd name="connsiteX18" fmla="*/ 1209675 w 4413250"/>
              <a:gd name="connsiteY18" fmla="*/ 200025 h 7591425"/>
              <a:gd name="connsiteX19" fmla="*/ 1247775 w 4413250"/>
              <a:gd name="connsiteY19" fmla="*/ 1247775 h 7591425"/>
              <a:gd name="connsiteX20" fmla="*/ 676275 w 4413250"/>
              <a:gd name="connsiteY20" fmla="*/ 1914525 h 7591425"/>
              <a:gd name="connsiteX21" fmla="*/ 695325 w 4413250"/>
              <a:gd name="connsiteY21" fmla="*/ 2886075 h 7591425"/>
              <a:gd name="connsiteX22" fmla="*/ 66675 w 4413250"/>
              <a:gd name="connsiteY22" fmla="*/ 3648075 h 7591425"/>
              <a:gd name="connsiteX23" fmla="*/ 295275 w 4413250"/>
              <a:gd name="connsiteY23" fmla="*/ 4943475 h 7591425"/>
              <a:gd name="connsiteX24" fmla="*/ 1571625 w 4413250"/>
              <a:gd name="connsiteY24" fmla="*/ 4886325 h 7591425"/>
              <a:gd name="connsiteX25" fmla="*/ 1590675 w 4413250"/>
              <a:gd name="connsiteY25" fmla="*/ 4562475 h 7591425"/>
              <a:gd name="connsiteX0" fmla="*/ 257175 w 4413250"/>
              <a:gd name="connsiteY0" fmla="*/ 7591425 h 7591425"/>
              <a:gd name="connsiteX1" fmla="*/ 600075 w 4413250"/>
              <a:gd name="connsiteY1" fmla="*/ 6867525 h 7591425"/>
              <a:gd name="connsiteX2" fmla="*/ 1076325 w 4413250"/>
              <a:gd name="connsiteY2" fmla="*/ 5400675 h 7591425"/>
              <a:gd name="connsiteX3" fmla="*/ 1876425 w 4413250"/>
              <a:gd name="connsiteY3" fmla="*/ 4600575 h 7591425"/>
              <a:gd name="connsiteX4" fmla="*/ 2105025 w 4413250"/>
              <a:gd name="connsiteY4" fmla="*/ 4181475 h 7591425"/>
              <a:gd name="connsiteX5" fmla="*/ 2162175 w 4413250"/>
              <a:gd name="connsiteY5" fmla="*/ 3933825 h 7591425"/>
              <a:gd name="connsiteX6" fmla="*/ 1762125 w 4413250"/>
              <a:gd name="connsiteY6" fmla="*/ 3781425 h 7591425"/>
              <a:gd name="connsiteX7" fmla="*/ 1571625 w 4413250"/>
              <a:gd name="connsiteY7" fmla="*/ 3057525 h 7591425"/>
              <a:gd name="connsiteX8" fmla="*/ 2276475 w 4413250"/>
              <a:gd name="connsiteY8" fmla="*/ 2390775 h 7591425"/>
              <a:gd name="connsiteX9" fmla="*/ 3419475 w 4413250"/>
              <a:gd name="connsiteY9" fmla="*/ 2295525 h 7591425"/>
              <a:gd name="connsiteX10" fmla="*/ 4219575 w 4413250"/>
              <a:gd name="connsiteY10" fmla="*/ 1457325 h 7591425"/>
              <a:gd name="connsiteX11" fmla="*/ 4391025 w 4413250"/>
              <a:gd name="connsiteY11" fmla="*/ 638175 h 7591425"/>
              <a:gd name="connsiteX12" fmla="*/ 4086225 w 4413250"/>
              <a:gd name="connsiteY12" fmla="*/ 523875 h 7591425"/>
              <a:gd name="connsiteX13" fmla="*/ 3743325 w 4413250"/>
              <a:gd name="connsiteY13" fmla="*/ 123825 h 7591425"/>
              <a:gd name="connsiteX14" fmla="*/ 3533775 w 4413250"/>
              <a:gd name="connsiteY14" fmla="*/ 142875 h 7591425"/>
              <a:gd name="connsiteX15" fmla="*/ 2581275 w 4413250"/>
              <a:gd name="connsiteY15" fmla="*/ 161925 h 7591425"/>
              <a:gd name="connsiteX16" fmla="*/ 2409825 w 4413250"/>
              <a:gd name="connsiteY16" fmla="*/ 123825 h 7591425"/>
              <a:gd name="connsiteX17" fmla="*/ 1838325 w 4413250"/>
              <a:gd name="connsiteY17" fmla="*/ 47625 h 7591425"/>
              <a:gd name="connsiteX18" fmla="*/ 1209675 w 4413250"/>
              <a:gd name="connsiteY18" fmla="*/ 200025 h 7591425"/>
              <a:gd name="connsiteX19" fmla="*/ 1247775 w 4413250"/>
              <a:gd name="connsiteY19" fmla="*/ 1247775 h 7591425"/>
              <a:gd name="connsiteX20" fmla="*/ 676275 w 4413250"/>
              <a:gd name="connsiteY20" fmla="*/ 1914525 h 7591425"/>
              <a:gd name="connsiteX21" fmla="*/ 695325 w 4413250"/>
              <a:gd name="connsiteY21" fmla="*/ 2886075 h 7591425"/>
              <a:gd name="connsiteX22" fmla="*/ 66675 w 4413250"/>
              <a:gd name="connsiteY22" fmla="*/ 3648075 h 7591425"/>
              <a:gd name="connsiteX23" fmla="*/ 295275 w 4413250"/>
              <a:gd name="connsiteY23" fmla="*/ 4943475 h 7591425"/>
              <a:gd name="connsiteX24" fmla="*/ 1571625 w 4413250"/>
              <a:gd name="connsiteY24" fmla="*/ 4886325 h 7591425"/>
              <a:gd name="connsiteX0" fmla="*/ 257175 w 4413250"/>
              <a:gd name="connsiteY0" fmla="*/ 7591425 h 7591425"/>
              <a:gd name="connsiteX1" fmla="*/ 600075 w 4413250"/>
              <a:gd name="connsiteY1" fmla="*/ 6867525 h 7591425"/>
              <a:gd name="connsiteX2" fmla="*/ 1076325 w 4413250"/>
              <a:gd name="connsiteY2" fmla="*/ 5400675 h 7591425"/>
              <a:gd name="connsiteX3" fmla="*/ 1876425 w 4413250"/>
              <a:gd name="connsiteY3" fmla="*/ 4600575 h 7591425"/>
              <a:gd name="connsiteX4" fmla="*/ 2105025 w 4413250"/>
              <a:gd name="connsiteY4" fmla="*/ 4181475 h 7591425"/>
              <a:gd name="connsiteX5" fmla="*/ 2047875 w 4413250"/>
              <a:gd name="connsiteY5" fmla="*/ 3952875 h 7591425"/>
              <a:gd name="connsiteX6" fmla="*/ 1762125 w 4413250"/>
              <a:gd name="connsiteY6" fmla="*/ 3781425 h 7591425"/>
              <a:gd name="connsiteX7" fmla="*/ 1571625 w 4413250"/>
              <a:gd name="connsiteY7" fmla="*/ 3057525 h 7591425"/>
              <a:gd name="connsiteX8" fmla="*/ 2276475 w 4413250"/>
              <a:gd name="connsiteY8" fmla="*/ 2390775 h 7591425"/>
              <a:gd name="connsiteX9" fmla="*/ 3419475 w 4413250"/>
              <a:gd name="connsiteY9" fmla="*/ 2295525 h 7591425"/>
              <a:gd name="connsiteX10" fmla="*/ 4219575 w 4413250"/>
              <a:gd name="connsiteY10" fmla="*/ 1457325 h 7591425"/>
              <a:gd name="connsiteX11" fmla="*/ 4391025 w 4413250"/>
              <a:gd name="connsiteY11" fmla="*/ 638175 h 7591425"/>
              <a:gd name="connsiteX12" fmla="*/ 4086225 w 4413250"/>
              <a:gd name="connsiteY12" fmla="*/ 523875 h 7591425"/>
              <a:gd name="connsiteX13" fmla="*/ 3743325 w 4413250"/>
              <a:gd name="connsiteY13" fmla="*/ 123825 h 7591425"/>
              <a:gd name="connsiteX14" fmla="*/ 3533775 w 4413250"/>
              <a:gd name="connsiteY14" fmla="*/ 142875 h 7591425"/>
              <a:gd name="connsiteX15" fmla="*/ 2581275 w 4413250"/>
              <a:gd name="connsiteY15" fmla="*/ 161925 h 7591425"/>
              <a:gd name="connsiteX16" fmla="*/ 2409825 w 4413250"/>
              <a:gd name="connsiteY16" fmla="*/ 123825 h 7591425"/>
              <a:gd name="connsiteX17" fmla="*/ 1838325 w 4413250"/>
              <a:gd name="connsiteY17" fmla="*/ 47625 h 7591425"/>
              <a:gd name="connsiteX18" fmla="*/ 1209675 w 4413250"/>
              <a:gd name="connsiteY18" fmla="*/ 200025 h 7591425"/>
              <a:gd name="connsiteX19" fmla="*/ 1247775 w 4413250"/>
              <a:gd name="connsiteY19" fmla="*/ 1247775 h 7591425"/>
              <a:gd name="connsiteX20" fmla="*/ 676275 w 4413250"/>
              <a:gd name="connsiteY20" fmla="*/ 1914525 h 7591425"/>
              <a:gd name="connsiteX21" fmla="*/ 695325 w 4413250"/>
              <a:gd name="connsiteY21" fmla="*/ 2886075 h 7591425"/>
              <a:gd name="connsiteX22" fmla="*/ 66675 w 4413250"/>
              <a:gd name="connsiteY22" fmla="*/ 3648075 h 7591425"/>
              <a:gd name="connsiteX23" fmla="*/ 295275 w 4413250"/>
              <a:gd name="connsiteY23" fmla="*/ 4943475 h 7591425"/>
              <a:gd name="connsiteX24" fmla="*/ 1571625 w 4413250"/>
              <a:gd name="connsiteY24" fmla="*/ 4886325 h 7591425"/>
              <a:gd name="connsiteX0" fmla="*/ 257175 w 4413250"/>
              <a:gd name="connsiteY0" fmla="*/ 7591425 h 7591425"/>
              <a:gd name="connsiteX1" fmla="*/ 600075 w 4413250"/>
              <a:gd name="connsiteY1" fmla="*/ 6867525 h 7591425"/>
              <a:gd name="connsiteX2" fmla="*/ 1076325 w 4413250"/>
              <a:gd name="connsiteY2" fmla="*/ 5400675 h 7591425"/>
              <a:gd name="connsiteX3" fmla="*/ 1876425 w 4413250"/>
              <a:gd name="connsiteY3" fmla="*/ 4600575 h 7591425"/>
              <a:gd name="connsiteX4" fmla="*/ 2105025 w 4413250"/>
              <a:gd name="connsiteY4" fmla="*/ 4181475 h 7591425"/>
              <a:gd name="connsiteX5" fmla="*/ 2047875 w 4413250"/>
              <a:gd name="connsiteY5" fmla="*/ 3952875 h 7591425"/>
              <a:gd name="connsiteX6" fmla="*/ 1895475 w 4413250"/>
              <a:gd name="connsiteY6" fmla="*/ 3800475 h 7591425"/>
              <a:gd name="connsiteX7" fmla="*/ 1571625 w 4413250"/>
              <a:gd name="connsiteY7" fmla="*/ 3057525 h 7591425"/>
              <a:gd name="connsiteX8" fmla="*/ 2276475 w 4413250"/>
              <a:gd name="connsiteY8" fmla="*/ 2390775 h 7591425"/>
              <a:gd name="connsiteX9" fmla="*/ 3419475 w 4413250"/>
              <a:gd name="connsiteY9" fmla="*/ 2295525 h 7591425"/>
              <a:gd name="connsiteX10" fmla="*/ 4219575 w 4413250"/>
              <a:gd name="connsiteY10" fmla="*/ 1457325 h 7591425"/>
              <a:gd name="connsiteX11" fmla="*/ 4391025 w 4413250"/>
              <a:gd name="connsiteY11" fmla="*/ 638175 h 7591425"/>
              <a:gd name="connsiteX12" fmla="*/ 4086225 w 4413250"/>
              <a:gd name="connsiteY12" fmla="*/ 523875 h 7591425"/>
              <a:gd name="connsiteX13" fmla="*/ 3743325 w 4413250"/>
              <a:gd name="connsiteY13" fmla="*/ 123825 h 7591425"/>
              <a:gd name="connsiteX14" fmla="*/ 3533775 w 4413250"/>
              <a:gd name="connsiteY14" fmla="*/ 142875 h 7591425"/>
              <a:gd name="connsiteX15" fmla="*/ 2581275 w 4413250"/>
              <a:gd name="connsiteY15" fmla="*/ 161925 h 7591425"/>
              <a:gd name="connsiteX16" fmla="*/ 2409825 w 4413250"/>
              <a:gd name="connsiteY16" fmla="*/ 123825 h 7591425"/>
              <a:gd name="connsiteX17" fmla="*/ 1838325 w 4413250"/>
              <a:gd name="connsiteY17" fmla="*/ 47625 h 7591425"/>
              <a:gd name="connsiteX18" fmla="*/ 1209675 w 4413250"/>
              <a:gd name="connsiteY18" fmla="*/ 200025 h 7591425"/>
              <a:gd name="connsiteX19" fmla="*/ 1247775 w 4413250"/>
              <a:gd name="connsiteY19" fmla="*/ 1247775 h 7591425"/>
              <a:gd name="connsiteX20" fmla="*/ 676275 w 4413250"/>
              <a:gd name="connsiteY20" fmla="*/ 1914525 h 7591425"/>
              <a:gd name="connsiteX21" fmla="*/ 695325 w 4413250"/>
              <a:gd name="connsiteY21" fmla="*/ 2886075 h 7591425"/>
              <a:gd name="connsiteX22" fmla="*/ 66675 w 4413250"/>
              <a:gd name="connsiteY22" fmla="*/ 3648075 h 7591425"/>
              <a:gd name="connsiteX23" fmla="*/ 295275 w 4413250"/>
              <a:gd name="connsiteY23" fmla="*/ 4943475 h 7591425"/>
              <a:gd name="connsiteX24" fmla="*/ 1571625 w 4413250"/>
              <a:gd name="connsiteY24" fmla="*/ 4886325 h 7591425"/>
              <a:gd name="connsiteX0" fmla="*/ 257175 w 4413250"/>
              <a:gd name="connsiteY0" fmla="*/ 7591425 h 7591425"/>
              <a:gd name="connsiteX1" fmla="*/ 600075 w 4413250"/>
              <a:gd name="connsiteY1" fmla="*/ 6867525 h 7591425"/>
              <a:gd name="connsiteX2" fmla="*/ 1076325 w 4413250"/>
              <a:gd name="connsiteY2" fmla="*/ 5400675 h 7591425"/>
              <a:gd name="connsiteX3" fmla="*/ 1876425 w 4413250"/>
              <a:gd name="connsiteY3" fmla="*/ 4600575 h 7591425"/>
              <a:gd name="connsiteX4" fmla="*/ 2105025 w 4413250"/>
              <a:gd name="connsiteY4" fmla="*/ 4181475 h 7591425"/>
              <a:gd name="connsiteX5" fmla="*/ 2047875 w 4413250"/>
              <a:gd name="connsiteY5" fmla="*/ 3952875 h 7591425"/>
              <a:gd name="connsiteX6" fmla="*/ 1895475 w 4413250"/>
              <a:gd name="connsiteY6" fmla="*/ 3800475 h 7591425"/>
              <a:gd name="connsiteX7" fmla="*/ 1650416 w 4413250"/>
              <a:gd name="connsiteY7" fmla="*/ 3432277 h 7591425"/>
              <a:gd name="connsiteX8" fmla="*/ 1571625 w 4413250"/>
              <a:gd name="connsiteY8" fmla="*/ 3057525 h 7591425"/>
              <a:gd name="connsiteX9" fmla="*/ 2276475 w 4413250"/>
              <a:gd name="connsiteY9" fmla="*/ 2390775 h 7591425"/>
              <a:gd name="connsiteX10" fmla="*/ 3419475 w 4413250"/>
              <a:gd name="connsiteY10" fmla="*/ 2295525 h 7591425"/>
              <a:gd name="connsiteX11" fmla="*/ 4219575 w 4413250"/>
              <a:gd name="connsiteY11" fmla="*/ 1457325 h 7591425"/>
              <a:gd name="connsiteX12" fmla="*/ 4391025 w 4413250"/>
              <a:gd name="connsiteY12" fmla="*/ 638175 h 7591425"/>
              <a:gd name="connsiteX13" fmla="*/ 4086225 w 4413250"/>
              <a:gd name="connsiteY13" fmla="*/ 523875 h 7591425"/>
              <a:gd name="connsiteX14" fmla="*/ 3743325 w 4413250"/>
              <a:gd name="connsiteY14" fmla="*/ 123825 h 7591425"/>
              <a:gd name="connsiteX15" fmla="*/ 3533775 w 4413250"/>
              <a:gd name="connsiteY15" fmla="*/ 142875 h 7591425"/>
              <a:gd name="connsiteX16" fmla="*/ 2581275 w 4413250"/>
              <a:gd name="connsiteY16" fmla="*/ 161925 h 7591425"/>
              <a:gd name="connsiteX17" fmla="*/ 2409825 w 4413250"/>
              <a:gd name="connsiteY17" fmla="*/ 123825 h 7591425"/>
              <a:gd name="connsiteX18" fmla="*/ 1838325 w 4413250"/>
              <a:gd name="connsiteY18" fmla="*/ 47625 h 7591425"/>
              <a:gd name="connsiteX19" fmla="*/ 1209675 w 4413250"/>
              <a:gd name="connsiteY19" fmla="*/ 200025 h 7591425"/>
              <a:gd name="connsiteX20" fmla="*/ 1247775 w 4413250"/>
              <a:gd name="connsiteY20" fmla="*/ 1247775 h 7591425"/>
              <a:gd name="connsiteX21" fmla="*/ 676275 w 4413250"/>
              <a:gd name="connsiteY21" fmla="*/ 1914525 h 7591425"/>
              <a:gd name="connsiteX22" fmla="*/ 695325 w 4413250"/>
              <a:gd name="connsiteY22" fmla="*/ 2886075 h 7591425"/>
              <a:gd name="connsiteX23" fmla="*/ 66675 w 4413250"/>
              <a:gd name="connsiteY23" fmla="*/ 3648075 h 7591425"/>
              <a:gd name="connsiteX24" fmla="*/ 295275 w 4413250"/>
              <a:gd name="connsiteY24" fmla="*/ 4943475 h 7591425"/>
              <a:gd name="connsiteX25" fmla="*/ 1571625 w 4413250"/>
              <a:gd name="connsiteY25" fmla="*/ 4886325 h 7591425"/>
              <a:gd name="connsiteX0" fmla="*/ 257175 w 4413250"/>
              <a:gd name="connsiteY0" fmla="*/ 7591425 h 7591425"/>
              <a:gd name="connsiteX1" fmla="*/ 600075 w 4413250"/>
              <a:gd name="connsiteY1" fmla="*/ 6867525 h 7591425"/>
              <a:gd name="connsiteX2" fmla="*/ 1076325 w 4413250"/>
              <a:gd name="connsiteY2" fmla="*/ 5400675 h 7591425"/>
              <a:gd name="connsiteX3" fmla="*/ 1876425 w 4413250"/>
              <a:gd name="connsiteY3" fmla="*/ 4600575 h 7591425"/>
              <a:gd name="connsiteX4" fmla="*/ 2105025 w 4413250"/>
              <a:gd name="connsiteY4" fmla="*/ 4181475 h 7591425"/>
              <a:gd name="connsiteX5" fmla="*/ 2047875 w 4413250"/>
              <a:gd name="connsiteY5" fmla="*/ 3952875 h 7591425"/>
              <a:gd name="connsiteX6" fmla="*/ 1895475 w 4413250"/>
              <a:gd name="connsiteY6" fmla="*/ 3800475 h 7591425"/>
              <a:gd name="connsiteX7" fmla="*/ 1514475 w 4413250"/>
              <a:gd name="connsiteY7" fmla="*/ 3571875 h 7591425"/>
              <a:gd name="connsiteX8" fmla="*/ 1571625 w 4413250"/>
              <a:gd name="connsiteY8" fmla="*/ 3057525 h 7591425"/>
              <a:gd name="connsiteX9" fmla="*/ 2276475 w 4413250"/>
              <a:gd name="connsiteY9" fmla="*/ 2390775 h 7591425"/>
              <a:gd name="connsiteX10" fmla="*/ 3419475 w 4413250"/>
              <a:gd name="connsiteY10" fmla="*/ 2295525 h 7591425"/>
              <a:gd name="connsiteX11" fmla="*/ 4219575 w 4413250"/>
              <a:gd name="connsiteY11" fmla="*/ 1457325 h 7591425"/>
              <a:gd name="connsiteX12" fmla="*/ 4391025 w 4413250"/>
              <a:gd name="connsiteY12" fmla="*/ 638175 h 7591425"/>
              <a:gd name="connsiteX13" fmla="*/ 4086225 w 4413250"/>
              <a:gd name="connsiteY13" fmla="*/ 523875 h 7591425"/>
              <a:gd name="connsiteX14" fmla="*/ 3743325 w 4413250"/>
              <a:gd name="connsiteY14" fmla="*/ 123825 h 7591425"/>
              <a:gd name="connsiteX15" fmla="*/ 3533775 w 4413250"/>
              <a:gd name="connsiteY15" fmla="*/ 142875 h 7591425"/>
              <a:gd name="connsiteX16" fmla="*/ 2581275 w 4413250"/>
              <a:gd name="connsiteY16" fmla="*/ 161925 h 7591425"/>
              <a:gd name="connsiteX17" fmla="*/ 2409825 w 4413250"/>
              <a:gd name="connsiteY17" fmla="*/ 123825 h 7591425"/>
              <a:gd name="connsiteX18" fmla="*/ 1838325 w 4413250"/>
              <a:gd name="connsiteY18" fmla="*/ 47625 h 7591425"/>
              <a:gd name="connsiteX19" fmla="*/ 1209675 w 4413250"/>
              <a:gd name="connsiteY19" fmla="*/ 200025 h 7591425"/>
              <a:gd name="connsiteX20" fmla="*/ 1247775 w 4413250"/>
              <a:gd name="connsiteY20" fmla="*/ 1247775 h 7591425"/>
              <a:gd name="connsiteX21" fmla="*/ 676275 w 4413250"/>
              <a:gd name="connsiteY21" fmla="*/ 1914525 h 7591425"/>
              <a:gd name="connsiteX22" fmla="*/ 695325 w 4413250"/>
              <a:gd name="connsiteY22" fmla="*/ 2886075 h 7591425"/>
              <a:gd name="connsiteX23" fmla="*/ 66675 w 4413250"/>
              <a:gd name="connsiteY23" fmla="*/ 3648075 h 7591425"/>
              <a:gd name="connsiteX24" fmla="*/ 295275 w 4413250"/>
              <a:gd name="connsiteY24" fmla="*/ 4943475 h 7591425"/>
              <a:gd name="connsiteX25" fmla="*/ 1571625 w 4413250"/>
              <a:gd name="connsiteY25" fmla="*/ 4886325 h 7591425"/>
              <a:gd name="connsiteX0" fmla="*/ 257175 w 4413250"/>
              <a:gd name="connsiteY0" fmla="*/ 7591425 h 7591425"/>
              <a:gd name="connsiteX1" fmla="*/ 600075 w 4413250"/>
              <a:gd name="connsiteY1" fmla="*/ 6867525 h 7591425"/>
              <a:gd name="connsiteX2" fmla="*/ 1076325 w 4413250"/>
              <a:gd name="connsiteY2" fmla="*/ 5400675 h 7591425"/>
              <a:gd name="connsiteX3" fmla="*/ 1876425 w 4413250"/>
              <a:gd name="connsiteY3" fmla="*/ 4600575 h 7591425"/>
              <a:gd name="connsiteX4" fmla="*/ 2105025 w 4413250"/>
              <a:gd name="connsiteY4" fmla="*/ 4181475 h 7591425"/>
              <a:gd name="connsiteX5" fmla="*/ 2047875 w 4413250"/>
              <a:gd name="connsiteY5" fmla="*/ 3952875 h 7591425"/>
              <a:gd name="connsiteX6" fmla="*/ 1895475 w 4413250"/>
              <a:gd name="connsiteY6" fmla="*/ 3800475 h 7591425"/>
              <a:gd name="connsiteX7" fmla="*/ 1514475 w 4413250"/>
              <a:gd name="connsiteY7" fmla="*/ 3571875 h 7591425"/>
              <a:gd name="connsiteX8" fmla="*/ 1571625 w 4413250"/>
              <a:gd name="connsiteY8" fmla="*/ 3057525 h 7591425"/>
              <a:gd name="connsiteX9" fmla="*/ 1891817 w 4413250"/>
              <a:gd name="connsiteY9" fmla="*/ 2649550 h 7591425"/>
              <a:gd name="connsiteX10" fmla="*/ 2276475 w 4413250"/>
              <a:gd name="connsiteY10" fmla="*/ 2390775 h 7591425"/>
              <a:gd name="connsiteX11" fmla="*/ 3419475 w 4413250"/>
              <a:gd name="connsiteY11" fmla="*/ 2295525 h 7591425"/>
              <a:gd name="connsiteX12" fmla="*/ 4219575 w 4413250"/>
              <a:gd name="connsiteY12" fmla="*/ 1457325 h 7591425"/>
              <a:gd name="connsiteX13" fmla="*/ 4391025 w 4413250"/>
              <a:gd name="connsiteY13" fmla="*/ 638175 h 7591425"/>
              <a:gd name="connsiteX14" fmla="*/ 4086225 w 4413250"/>
              <a:gd name="connsiteY14" fmla="*/ 523875 h 7591425"/>
              <a:gd name="connsiteX15" fmla="*/ 3743325 w 4413250"/>
              <a:gd name="connsiteY15" fmla="*/ 123825 h 7591425"/>
              <a:gd name="connsiteX16" fmla="*/ 3533775 w 4413250"/>
              <a:gd name="connsiteY16" fmla="*/ 142875 h 7591425"/>
              <a:gd name="connsiteX17" fmla="*/ 2581275 w 4413250"/>
              <a:gd name="connsiteY17" fmla="*/ 161925 h 7591425"/>
              <a:gd name="connsiteX18" fmla="*/ 2409825 w 4413250"/>
              <a:gd name="connsiteY18" fmla="*/ 123825 h 7591425"/>
              <a:gd name="connsiteX19" fmla="*/ 1838325 w 4413250"/>
              <a:gd name="connsiteY19" fmla="*/ 47625 h 7591425"/>
              <a:gd name="connsiteX20" fmla="*/ 1209675 w 4413250"/>
              <a:gd name="connsiteY20" fmla="*/ 200025 h 7591425"/>
              <a:gd name="connsiteX21" fmla="*/ 1247775 w 4413250"/>
              <a:gd name="connsiteY21" fmla="*/ 1247775 h 7591425"/>
              <a:gd name="connsiteX22" fmla="*/ 676275 w 4413250"/>
              <a:gd name="connsiteY22" fmla="*/ 1914525 h 7591425"/>
              <a:gd name="connsiteX23" fmla="*/ 695325 w 4413250"/>
              <a:gd name="connsiteY23" fmla="*/ 2886075 h 7591425"/>
              <a:gd name="connsiteX24" fmla="*/ 66675 w 4413250"/>
              <a:gd name="connsiteY24" fmla="*/ 3648075 h 7591425"/>
              <a:gd name="connsiteX25" fmla="*/ 295275 w 4413250"/>
              <a:gd name="connsiteY25" fmla="*/ 4943475 h 7591425"/>
              <a:gd name="connsiteX26" fmla="*/ 1571625 w 4413250"/>
              <a:gd name="connsiteY26" fmla="*/ 4886325 h 7591425"/>
              <a:gd name="connsiteX0" fmla="*/ 257175 w 4413250"/>
              <a:gd name="connsiteY0" fmla="*/ 7591425 h 7591425"/>
              <a:gd name="connsiteX1" fmla="*/ 600075 w 4413250"/>
              <a:gd name="connsiteY1" fmla="*/ 6867525 h 7591425"/>
              <a:gd name="connsiteX2" fmla="*/ 1076325 w 4413250"/>
              <a:gd name="connsiteY2" fmla="*/ 5400675 h 7591425"/>
              <a:gd name="connsiteX3" fmla="*/ 1876425 w 4413250"/>
              <a:gd name="connsiteY3" fmla="*/ 4600575 h 7591425"/>
              <a:gd name="connsiteX4" fmla="*/ 2105025 w 4413250"/>
              <a:gd name="connsiteY4" fmla="*/ 4181475 h 7591425"/>
              <a:gd name="connsiteX5" fmla="*/ 2047875 w 4413250"/>
              <a:gd name="connsiteY5" fmla="*/ 3952875 h 7591425"/>
              <a:gd name="connsiteX6" fmla="*/ 1895475 w 4413250"/>
              <a:gd name="connsiteY6" fmla="*/ 3800475 h 7591425"/>
              <a:gd name="connsiteX7" fmla="*/ 1514475 w 4413250"/>
              <a:gd name="connsiteY7" fmla="*/ 3571875 h 7591425"/>
              <a:gd name="connsiteX8" fmla="*/ 1571625 w 4413250"/>
              <a:gd name="connsiteY8" fmla="*/ 3057525 h 7591425"/>
              <a:gd name="connsiteX9" fmla="*/ 1743075 w 4413250"/>
              <a:gd name="connsiteY9" fmla="*/ 2581275 h 7591425"/>
              <a:gd name="connsiteX10" fmla="*/ 2276475 w 4413250"/>
              <a:gd name="connsiteY10" fmla="*/ 2390775 h 7591425"/>
              <a:gd name="connsiteX11" fmla="*/ 3419475 w 4413250"/>
              <a:gd name="connsiteY11" fmla="*/ 2295525 h 7591425"/>
              <a:gd name="connsiteX12" fmla="*/ 4219575 w 4413250"/>
              <a:gd name="connsiteY12" fmla="*/ 1457325 h 7591425"/>
              <a:gd name="connsiteX13" fmla="*/ 4391025 w 4413250"/>
              <a:gd name="connsiteY13" fmla="*/ 638175 h 7591425"/>
              <a:gd name="connsiteX14" fmla="*/ 4086225 w 4413250"/>
              <a:gd name="connsiteY14" fmla="*/ 523875 h 7591425"/>
              <a:gd name="connsiteX15" fmla="*/ 3743325 w 4413250"/>
              <a:gd name="connsiteY15" fmla="*/ 123825 h 7591425"/>
              <a:gd name="connsiteX16" fmla="*/ 3533775 w 4413250"/>
              <a:gd name="connsiteY16" fmla="*/ 142875 h 7591425"/>
              <a:gd name="connsiteX17" fmla="*/ 2581275 w 4413250"/>
              <a:gd name="connsiteY17" fmla="*/ 161925 h 7591425"/>
              <a:gd name="connsiteX18" fmla="*/ 2409825 w 4413250"/>
              <a:gd name="connsiteY18" fmla="*/ 123825 h 7591425"/>
              <a:gd name="connsiteX19" fmla="*/ 1838325 w 4413250"/>
              <a:gd name="connsiteY19" fmla="*/ 47625 h 7591425"/>
              <a:gd name="connsiteX20" fmla="*/ 1209675 w 4413250"/>
              <a:gd name="connsiteY20" fmla="*/ 200025 h 7591425"/>
              <a:gd name="connsiteX21" fmla="*/ 1247775 w 4413250"/>
              <a:gd name="connsiteY21" fmla="*/ 1247775 h 7591425"/>
              <a:gd name="connsiteX22" fmla="*/ 676275 w 4413250"/>
              <a:gd name="connsiteY22" fmla="*/ 1914525 h 7591425"/>
              <a:gd name="connsiteX23" fmla="*/ 695325 w 4413250"/>
              <a:gd name="connsiteY23" fmla="*/ 2886075 h 7591425"/>
              <a:gd name="connsiteX24" fmla="*/ 66675 w 4413250"/>
              <a:gd name="connsiteY24" fmla="*/ 3648075 h 7591425"/>
              <a:gd name="connsiteX25" fmla="*/ 295275 w 4413250"/>
              <a:gd name="connsiteY25" fmla="*/ 4943475 h 7591425"/>
              <a:gd name="connsiteX26" fmla="*/ 1571625 w 4413250"/>
              <a:gd name="connsiteY26" fmla="*/ 4886325 h 7591425"/>
              <a:gd name="connsiteX0" fmla="*/ 257175 w 4413250"/>
              <a:gd name="connsiteY0" fmla="*/ 7591425 h 7591425"/>
              <a:gd name="connsiteX1" fmla="*/ 600075 w 4413250"/>
              <a:gd name="connsiteY1" fmla="*/ 6867525 h 7591425"/>
              <a:gd name="connsiteX2" fmla="*/ 1076325 w 4413250"/>
              <a:gd name="connsiteY2" fmla="*/ 5400675 h 7591425"/>
              <a:gd name="connsiteX3" fmla="*/ 1876425 w 4413250"/>
              <a:gd name="connsiteY3" fmla="*/ 4600575 h 7591425"/>
              <a:gd name="connsiteX4" fmla="*/ 2105025 w 4413250"/>
              <a:gd name="connsiteY4" fmla="*/ 4181475 h 7591425"/>
              <a:gd name="connsiteX5" fmla="*/ 2047875 w 4413250"/>
              <a:gd name="connsiteY5" fmla="*/ 3952875 h 7591425"/>
              <a:gd name="connsiteX6" fmla="*/ 1895475 w 4413250"/>
              <a:gd name="connsiteY6" fmla="*/ 3800475 h 7591425"/>
              <a:gd name="connsiteX7" fmla="*/ 1514475 w 4413250"/>
              <a:gd name="connsiteY7" fmla="*/ 3571875 h 7591425"/>
              <a:gd name="connsiteX8" fmla="*/ 1571625 w 4413250"/>
              <a:gd name="connsiteY8" fmla="*/ 3057525 h 7591425"/>
              <a:gd name="connsiteX9" fmla="*/ 1743075 w 4413250"/>
              <a:gd name="connsiteY9" fmla="*/ 2581275 h 7591425"/>
              <a:gd name="connsiteX10" fmla="*/ 2276475 w 4413250"/>
              <a:gd name="connsiteY10" fmla="*/ 2390775 h 7591425"/>
              <a:gd name="connsiteX11" fmla="*/ 3419475 w 4413250"/>
              <a:gd name="connsiteY11" fmla="*/ 2295525 h 7591425"/>
              <a:gd name="connsiteX12" fmla="*/ 4219575 w 4413250"/>
              <a:gd name="connsiteY12" fmla="*/ 1457325 h 7591425"/>
              <a:gd name="connsiteX13" fmla="*/ 4391025 w 4413250"/>
              <a:gd name="connsiteY13" fmla="*/ 638175 h 7591425"/>
              <a:gd name="connsiteX14" fmla="*/ 4086225 w 4413250"/>
              <a:gd name="connsiteY14" fmla="*/ 523875 h 7591425"/>
              <a:gd name="connsiteX15" fmla="*/ 3724275 w 4413250"/>
              <a:gd name="connsiteY15" fmla="*/ 66675 h 7591425"/>
              <a:gd name="connsiteX16" fmla="*/ 3533775 w 4413250"/>
              <a:gd name="connsiteY16" fmla="*/ 142875 h 7591425"/>
              <a:gd name="connsiteX17" fmla="*/ 2581275 w 4413250"/>
              <a:gd name="connsiteY17" fmla="*/ 161925 h 7591425"/>
              <a:gd name="connsiteX18" fmla="*/ 2409825 w 4413250"/>
              <a:gd name="connsiteY18" fmla="*/ 123825 h 7591425"/>
              <a:gd name="connsiteX19" fmla="*/ 1838325 w 4413250"/>
              <a:gd name="connsiteY19" fmla="*/ 47625 h 7591425"/>
              <a:gd name="connsiteX20" fmla="*/ 1209675 w 4413250"/>
              <a:gd name="connsiteY20" fmla="*/ 200025 h 7591425"/>
              <a:gd name="connsiteX21" fmla="*/ 1247775 w 4413250"/>
              <a:gd name="connsiteY21" fmla="*/ 1247775 h 7591425"/>
              <a:gd name="connsiteX22" fmla="*/ 676275 w 4413250"/>
              <a:gd name="connsiteY22" fmla="*/ 1914525 h 7591425"/>
              <a:gd name="connsiteX23" fmla="*/ 695325 w 4413250"/>
              <a:gd name="connsiteY23" fmla="*/ 2886075 h 7591425"/>
              <a:gd name="connsiteX24" fmla="*/ 66675 w 4413250"/>
              <a:gd name="connsiteY24" fmla="*/ 3648075 h 7591425"/>
              <a:gd name="connsiteX25" fmla="*/ 295275 w 4413250"/>
              <a:gd name="connsiteY25" fmla="*/ 4943475 h 7591425"/>
              <a:gd name="connsiteX26" fmla="*/ 1571625 w 4413250"/>
              <a:gd name="connsiteY26" fmla="*/ 4886325 h 7591425"/>
              <a:gd name="connsiteX0" fmla="*/ 257175 w 4413250"/>
              <a:gd name="connsiteY0" fmla="*/ 7591425 h 7591425"/>
              <a:gd name="connsiteX1" fmla="*/ 600075 w 4413250"/>
              <a:gd name="connsiteY1" fmla="*/ 6867525 h 7591425"/>
              <a:gd name="connsiteX2" fmla="*/ 1076325 w 4413250"/>
              <a:gd name="connsiteY2" fmla="*/ 5400675 h 7591425"/>
              <a:gd name="connsiteX3" fmla="*/ 1876425 w 4413250"/>
              <a:gd name="connsiteY3" fmla="*/ 4600575 h 7591425"/>
              <a:gd name="connsiteX4" fmla="*/ 2105025 w 4413250"/>
              <a:gd name="connsiteY4" fmla="*/ 4181475 h 7591425"/>
              <a:gd name="connsiteX5" fmla="*/ 2047875 w 4413250"/>
              <a:gd name="connsiteY5" fmla="*/ 3952875 h 7591425"/>
              <a:gd name="connsiteX6" fmla="*/ 1895475 w 4413250"/>
              <a:gd name="connsiteY6" fmla="*/ 3800475 h 7591425"/>
              <a:gd name="connsiteX7" fmla="*/ 1514475 w 4413250"/>
              <a:gd name="connsiteY7" fmla="*/ 3571875 h 7591425"/>
              <a:gd name="connsiteX8" fmla="*/ 1571625 w 4413250"/>
              <a:gd name="connsiteY8" fmla="*/ 3057525 h 7591425"/>
              <a:gd name="connsiteX9" fmla="*/ 1743075 w 4413250"/>
              <a:gd name="connsiteY9" fmla="*/ 2581275 h 7591425"/>
              <a:gd name="connsiteX10" fmla="*/ 2276475 w 4413250"/>
              <a:gd name="connsiteY10" fmla="*/ 2390775 h 7591425"/>
              <a:gd name="connsiteX11" fmla="*/ 3419475 w 4413250"/>
              <a:gd name="connsiteY11" fmla="*/ 2295525 h 7591425"/>
              <a:gd name="connsiteX12" fmla="*/ 4219575 w 4413250"/>
              <a:gd name="connsiteY12" fmla="*/ 1457325 h 7591425"/>
              <a:gd name="connsiteX13" fmla="*/ 4391025 w 4413250"/>
              <a:gd name="connsiteY13" fmla="*/ 638175 h 7591425"/>
              <a:gd name="connsiteX14" fmla="*/ 4086225 w 4413250"/>
              <a:gd name="connsiteY14" fmla="*/ 523875 h 7591425"/>
              <a:gd name="connsiteX15" fmla="*/ 3724275 w 4413250"/>
              <a:gd name="connsiteY15" fmla="*/ 66675 h 7591425"/>
              <a:gd name="connsiteX16" fmla="*/ 3533775 w 4413250"/>
              <a:gd name="connsiteY16" fmla="*/ 142875 h 7591425"/>
              <a:gd name="connsiteX17" fmla="*/ 2581275 w 4413250"/>
              <a:gd name="connsiteY17" fmla="*/ 161925 h 7591425"/>
              <a:gd name="connsiteX18" fmla="*/ 2409825 w 4413250"/>
              <a:gd name="connsiteY18" fmla="*/ 123825 h 7591425"/>
              <a:gd name="connsiteX19" fmla="*/ 1838325 w 4413250"/>
              <a:gd name="connsiteY19" fmla="*/ 47625 h 7591425"/>
              <a:gd name="connsiteX20" fmla="*/ 1209675 w 4413250"/>
              <a:gd name="connsiteY20" fmla="*/ 200025 h 7591425"/>
              <a:gd name="connsiteX21" fmla="*/ 1247775 w 4413250"/>
              <a:gd name="connsiteY21" fmla="*/ 1247775 h 7591425"/>
              <a:gd name="connsiteX22" fmla="*/ 676275 w 4413250"/>
              <a:gd name="connsiteY22" fmla="*/ 1914525 h 7591425"/>
              <a:gd name="connsiteX23" fmla="*/ 695325 w 4413250"/>
              <a:gd name="connsiteY23" fmla="*/ 2886075 h 7591425"/>
              <a:gd name="connsiteX24" fmla="*/ 66675 w 4413250"/>
              <a:gd name="connsiteY24" fmla="*/ 3648075 h 7591425"/>
              <a:gd name="connsiteX25" fmla="*/ 295275 w 4413250"/>
              <a:gd name="connsiteY25" fmla="*/ 4943475 h 7591425"/>
              <a:gd name="connsiteX26" fmla="*/ 1571625 w 4413250"/>
              <a:gd name="connsiteY26" fmla="*/ 4886325 h 7591425"/>
              <a:gd name="connsiteX0" fmla="*/ 257175 w 4413250"/>
              <a:gd name="connsiteY0" fmla="*/ 7591425 h 7591425"/>
              <a:gd name="connsiteX1" fmla="*/ 600075 w 4413250"/>
              <a:gd name="connsiteY1" fmla="*/ 6867525 h 7591425"/>
              <a:gd name="connsiteX2" fmla="*/ 1076325 w 4413250"/>
              <a:gd name="connsiteY2" fmla="*/ 5400675 h 7591425"/>
              <a:gd name="connsiteX3" fmla="*/ 1876425 w 4413250"/>
              <a:gd name="connsiteY3" fmla="*/ 4600575 h 7591425"/>
              <a:gd name="connsiteX4" fmla="*/ 2105025 w 4413250"/>
              <a:gd name="connsiteY4" fmla="*/ 4181475 h 7591425"/>
              <a:gd name="connsiteX5" fmla="*/ 2047875 w 4413250"/>
              <a:gd name="connsiteY5" fmla="*/ 3952875 h 7591425"/>
              <a:gd name="connsiteX6" fmla="*/ 1895475 w 4413250"/>
              <a:gd name="connsiteY6" fmla="*/ 3800475 h 7591425"/>
              <a:gd name="connsiteX7" fmla="*/ 1514475 w 4413250"/>
              <a:gd name="connsiteY7" fmla="*/ 3571875 h 7591425"/>
              <a:gd name="connsiteX8" fmla="*/ 1571625 w 4413250"/>
              <a:gd name="connsiteY8" fmla="*/ 3057525 h 7591425"/>
              <a:gd name="connsiteX9" fmla="*/ 1743075 w 4413250"/>
              <a:gd name="connsiteY9" fmla="*/ 2581275 h 7591425"/>
              <a:gd name="connsiteX10" fmla="*/ 2276475 w 4413250"/>
              <a:gd name="connsiteY10" fmla="*/ 2390775 h 7591425"/>
              <a:gd name="connsiteX11" fmla="*/ 3419475 w 4413250"/>
              <a:gd name="connsiteY11" fmla="*/ 2295525 h 7591425"/>
              <a:gd name="connsiteX12" fmla="*/ 4219575 w 4413250"/>
              <a:gd name="connsiteY12" fmla="*/ 1457325 h 7591425"/>
              <a:gd name="connsiteX13" fmla="*/ 4391025 w 4413250"/>
              <a:gd name="connsiteY13" fmla="*/ 638175 h 7591425"/>
              <a:gd name="connsiteX14" fmla="*/ 4086225 w 4413250"/>
              <a:gd name="connsiteY14" fmla="*/ 523875 h 7591425"/>
              <a:gd name="connsiteX15" fmla="*/ 3533775 w 4413250"/>
              <a:gd name="connsiteY15" fmla="*/ 142875 h 7591425"/>
              <a:gd name="connsiteX16" fmla="*/ 2581275 w 4413250"/>
              <a:gd name="connsiteY16" fmla="*/ 161925 h 7591425"/>
              <a:gd name="connsiteX17" fmla="*/ 2409825 w 4413250"/>
              <a:gd name="connsiteY17" fmla="*/ 123825 h 7591425"/>
              <a:gd name="connsiteX18" fmla="*/ 1838325 w 4413250"/>
              <a:gd name="connsiteY18" fmla="*/ 47625 h 7591425"/>
              <a:gd name="connsiteX19" fmla="*/ 1209675 w 4413250"/>
              <a:gd name="connsiteY19" fmla="*/ 200025 h 7591425"/>
              <a:gd name="connsiteX20" fmla="*/ 1247775 w 4413250"/>
              <a:gd name="connsiteY20" fmla="*/ 1247775 h 7591425"/>
              <a:gd name="connsiteX21" fmla="*/ 676275 w 4413250"/>
              <a:gd name="connsiteY21" fmla="*/ 1914525 h 7591425"/>
              <a:gd name="connsiteX22" fmla="*/ 695325 w 4413250"/>
              <a:gd name="connsiteY22" fmla="*/ 2886075 h 7591425"/>
              <a:gd name="connsiteX23" fmla="*/ 66675 w 4413250"/>
              <a:gd name="connsiteY23" fmla="*/ 3648075 h 7591425"/>
              <a:gd name="connsiteX24" fmla="*/ 295275 w 4413250"/>
              <a:gd name="connsiteY24" fmla="*/ 4943475 h 7591425"/>
              <a:gd name="connsiteX25" fmla="*/ 1571625 w 4413250"/>
              <a:gd name="connsiteY25" fmla="*/ 4886325 h 7591425"/>
              <a:gd name="connsiteX0" fmla="*/ 257175 w 4413250"/>
              <a:gd name="connsiteY0" fmla="*/ 7591425 h 7591425"/>
              <a:gd name="connsiteX1" fmla="*/ 600075 w 4413250"/>
              <a:gd name="connsiteY1" fmla="*/ 6867525 h 7591425"/>
              <a:gd name="connsiteX2" fmla="*/ 1076325 w 4413250"/>
              <a:gd name="connsiteY2" fmla="*/ 5400675 h 7591425"/>
              <a:gd name="connsiteX3" fmla="*/ 1876425 w 4413250"/>
              <a:gd name="connsiteY3" fmla="*/ 4600575 h 7591425"/>
              <a:gd name="connsiteX4" fmla="*/ 2105025 w 4413250"/>
              <a:gd name="connsiteY4" fmla="*/ 4181475 h 7591425"/>
              <a:gd name="connsiteX5" fmla="*/ 2047875 w 4413250"/>
              <a:gd name="connsiteY5" fmla="*/ 3952875 h 7591425"/>
              <a:gd name="connsiteX6" fmla="*/ 1895475 w 4413250"/>
              <a:gd name="connsiteY6" fmla="*/ 3800475 h 7591425"/>
              <a:gd name="connsiteX7" fmla="*/ 1514475 w 4413250"/>
              <a:gd name="connsiteY7" fmla="*/ 3571875 h 7591425"/>
              <a:gd name="connsiteX8" fmla="*/ 1571625 w 4413250"/>
              <a:gd name="connsiteY8" fmla="*/ 3057525 h 7591425"/>
              <a:gd name="connsiteX9" fmla="*/ 1743075 w 4413250"/>
              <a:gd name="connsiteY9" fmla="*/ 2581275 h 7591425"/>
              <a:gd name="connsiteX10" fmla="*/ 2276475 w 4413250"/>
              <a:gd name="connsiteY10" fmla="*/ 2390775 h 7591425"/>
              <a:gd name="connsiteX11" fmla="*/ 3419475 w 4413250"/>
              <a:gd name="connsiteY11" fmla="*/ 2295525 h 7591425"/>
              <a:gd name="connsiteX12" fmla="*/ 4219575 w 4413250"/>
              <a:gd name="connsiteY12" fmla="*/ 1457325 h 7591425"/>
              <a:gd name="connsiteX13" fmla="*/ 4391025 w 4413250"/>
              <a:gd name="connsiteY13" fmla="*/ 638175 h 7591425"/>
              <a:gd name="connsiteX14" fmla="*/ 4086225 w 4413250"/>
              <a:gd name="connsiteY14" fmla="*/ 523875 h 7591425"/>
              <a:gd name="connsiteX15" fmla="*/ 3533775 w 4413250"/>
              <a:gd name="connsiteY15" fmla="*/ 142875 h 7591425"/>
              <a:gd name="connsiteX16" fmla="*/ 2581275 w 4413250"/>
              <a:gd name="connsiteY16" fmla="*/ 161925 h 7591425"/>
              <a:gd name="connsiteX17" fmla="*/ 1838325 w 4413250"/>
              <a:gd name="connsiteY17" fmla="*/ 47625 h 7591425"/>
              <a:gd name="connsiteX18" fmla="*/ 1209675 w 4413250"/>
              <a:gd name="connsiteY18" fmla="*/ 200025 h 7591425"/>
              <a:gd name="connsiteX19" fmla="*/ 1247775 w 4413250"/>
              <a:gd name="connsiteY19" fmla="*/ 1247775 h 7591425"/>
              <a:gd name="connsiteX20" fmla="*/ 676275 w 4413250"/>
              <a:gd name="connsiteY20" fmla="*/ 1914525 h 7591425"/>
              <a:gd name="connsiteX21" fmla="*/ 695325 w 4413250"/>
              <a:gd name="connsiteY21" fmla="*/ 2886075 h 7591425"/>
              <a:gd name="connsiteX22" fmla="*/ 66675 w 4413250"/>
              <a:gd name="connsiteY22" fmla="*/ 3648075 h 7591425"/>
              <a:gd name="connsiteX23" fmla="*/ 295275 w 4413250"/>
              <a:gd name="connsiteY23" fmla="*/ 4943475 h 7591425"/>
              <a:gd name="connsiteX24" fmla="*/ 1571625 w 4413250"/>
              <a:gd name="connsiteY24" fmla="*/ 4886325 h 7591425"/>
              <a:gd name="connsiteX0" fmla="*/ 193675 w 4349750"/>
              <a:gd name="connsiteY0" fmla="*/ 7591425 h 7591425"/>
              <a:gd name="connsiteX1" fmla="*/ 536575 w 4349750"/>
              <a:gd name="connsiteY1" fmla="*/ 6867525 h 7591425"/>
              <a:gd name="connsiteX2" fmla="*/ 1012825 w 4349750"/>
              <a:gd name="connsiteY2" fmla="*/ 5400675 h 7591425"/>
              <a:gd name="connsiteX3" fmla="*/ 1812925 w 4349750"/>
              <a:gd name="connsiteY3" fmla="*/ 4600575 h 7591425"/>
              <a:gd name="connsiteX4" fmla="*/ 2041525 w 4349750"/>
              <a:gd name="connsiteY4" fmla="*/ 4181475 h 7591425"/>
              <a:gd name="connsiteX5" fmla="*/ 1984375 w 4349750"/>
              <a:gd name="connsiteY5" fmla="*/ 3952875 h 7591425"/>
              <a:gd name="connsiteX6" fmla="*/ 1831975 w 4349750"/>
              <a:gd name="connsiteY6" fmla="*/ 3800475 h 7591425"/>
              <a:gd name="connsiteX7" fmla="*/ 1450975 w 4349750"/>
              <a:gd name="connsiteY7" fmla="*/ 3571875 h 7591425"/>
              <a:gd name="connsiteX8" fmla="*/ 1508125 w 4349750"/>
              <a:gd name="connsiteY8" fmla="*/ 3057525 h 7591425"/>
              <a:gd name="connsiteX9" fmla="*/ 1679575 w 4349750"/>
              <a:gd name="connsiteY9" fmla="*/ 2581275 h 7591425"/>
              <a:gd name="connsiteX10" fmla="*/ 2212975 w 4349750"/>
              <a:gd name="connsiteY10" fmla="*/ 2390775 h 7591425"/>
              <a:gd name="connsiteX11" fmla="*/ 3355975 w 4349750"/>
              <a:gd name="connsiteY11" fmla="*/ 2295525 h 7591425"/>
              <a:gd name="connsiteX12" fmla="*/ 4156075 w 4349750"/>
              <a:gd name="connsiteY12" fmla="*/ 1457325 h 7591425"/>
              <a:gd name="connsiteX13" fmla="*/ 4327525 w 4349750"/>
              <a:gd name="connsiteY13" fmla="*/ 638175 h 7591425"/>
              <a:gd name="connsiteX14" fmla="*/ 4022725 w 4349750"/>
              <a:gd name="connsiteY14" fmla="*/ 523875 h 7591425"/>
              <a:gd name="connsiteX15" fmla="*/ 3470275 w 4349750"/>
              <a:gd name="connsiteY15" fmla="*/ 142875 h 7591425"/>
              <a:gd name="connsiteX16" fmla="*/ 2517775 w 4349750"/>
              <a:gd name="connsiteY16" fmla="*/ 161925 h 7591425"/>
              <a:gd name="connsiteX17" fmla="*/ 1774825 w 4349750"/>
              <a:gd name="connsiteY17" fmla="*/ 47625 h 7591425"/>
              <a:gd name="connsiteX18" fmla="*/ 1146175 w 4349750"/>
              <a:gd name="connsiteY18" fmla="*/ 200025 h 7591425"/>
              <a:gd name="connsiteX19" fmla="*/ 1184275 w 4349750"/>
              <a:gd name="connsiteY19" fmla="*/ 1247775 h 7591425"/>
              <a:gd name="connsiteX20" fmla="*/ 612775 w 4349750"/>
              <a:gd name="connsiteY20" fmla="*/ 1914525 h 7591425"/>
              <a:gd name="connsiteX21" fmla="*/ 631825 w 4349750"/>
              <a:gd name="connsiteY21" fmla="*/ 2886075 h 7591425"/>
              <a:gd name="connsiteX22" fmla="*/ 3175 w 4349750"/>
              <a:gd name="connsiteY22" fmla="*/ 3648075 h 7591425"/>
              <a:gd name="connsiteX23" fmla="*/ 612775 w 4349750"/>
              <a:gd name="connsiteY23" fmla="*/ 4943475 h 7591425"/>
              <a:gd name="connsiteX24" fmla="*/ 1508125 w 4349750"/>
              <a:gd name="connsiteY24" fmla="*/ 4886325 h 7591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349750" h="7591425">
                <a:moveTo>
                  <a:pt x="193675" y="7591425"/>
                </a:moveTo>
                <a:cubicBezTo>
                  <a:pt x="296862" y="7412037"/>
                  <a:pt x="400050" y="7232650"/>
                  <a:pt x="536575" y="6867525"/>
                </a:cubicBezTo>
                <a:cubicBezTo>
                  <a:pt x="673100" y="6502400"/>
                  <a:pt x="800100" y="5778500"/>
                  <a:pt x="1012825" y="5400675"/>
                </a:cubicBezTo>
                <a:cubicBezTo>
                  <a:pt x="1225550" y="5022850"/>
                  <a:pt x="1641475" y="4803775"/>
                  <a:pt x="1812925" y="4600575"/>
                </a:cubicBezTo>
                <a:cubicBezTo>
                  <a:pt x="1984375" y="4397375"/>
                  <a:pt x="2012950" y="4289425"/>
                  <a:pt x="2041525" y="4181475"/>
                </a:cubicBezTo>
                <a:cubicBezTo>
                  <a:pt x="2070100" y="4073525"/>
                  <a:pt x="2019300" y="4016375"/>
                  <a:pt x="1984375" y="3952875"/>
                </a:cubicBezTo>
                <a:cubicBezTo>
                  <a:pt x="1949450" y="3889375"/>
                  <a:pt x="1920875" y="3863975"/>
                  <a:pt x="1831975" y="3800475"/>
                </a:cubicBezTo>
                <a:cubicBezTo>
                  <a:pt x="1743075" y="3736975"/>
                  <a:pt x="1504950" y="3695700"/>
                  <a:pt x="1450975" y="3571875"/>
                </a:cubicBezTo>
                <a:cubicBezTo>
                  <a:pt x="1397000" y="3448050"/>
                  <a:pt x="1470025" y="3222625"/>
                  <a:pt x="1508125" y="3057525"/>
                </a:cubicBezTo>
                <a:cubicBezTo>
                  <a:pt x="1546225" y="2892425"/>
                  <a:pt x="1562100" y="2692400"/>
                  <a:pt x="1679575" y="2581275"/>
                </a:cubicBezTo>
                <a:cubicBezTo>
                  <a:pt x="1797050" y="2470150"/>
                  <a:pt x="1933575" y="2438400"/>
                  <a:pt x="2212975" y="2390775"/>
                </a:cubicBezTo>
                <a:cubicBezTo>
                  <a:pt x="2492375" y="2343150"/>
                  <a:pt x="3032125" y="2451100"/>
                  <a:pt x="3355975" y="2295525"/>
                </a:cubicBezTo>
                <a:cubicBezTo>
                  <a:pt x="3679825" y="2139950"/>
                  <a:pt x="3994150" y="1733550"/>
                  <a:pt x="4156075" y="1457325"/>
                </a:cubicBezTo>
                <a:cubicBezTo>
                  <a:pt x="4318000" y="1181100"/>
                  <a:pt x="4349750" y="793750"/>
                  <a:pt x="4327525" y="638175"/>
                </a:cubicBezTo>
                <a:cubicBezTo>
                  <a:pt x="4305300" y="482600"/>
                  <a:pt x="4165600" y="606425"/>
                  <a:pt x="4022725" y="523875"/>
                </a:cubicBezTo>
                <a:cubicBezTo>
                  <a:pt x="3879850" y="441325"/>
                  <a:pt x="3721100" y="203200"/>
                  <a:pt x="3470275" y="142875"/>
                </a:cubicBezTo>
                <a:cubicBezTo>
                  <a:pt x="3219450" y="82550"/>
                  <a:pt x="2800350" y="177800"/>
                  <a:pt x="2517775" y="161925"/>
                </a:cubicBezTo>
                <a:cubicBezTo>
                  <a:pt x="2235200" y="146050"/>
                  <a:pt x="2003425" y="41275"/>
                  <a:pt x="1774825" y="47625"/>
                </a:cubicBezTo>
                <a:cubicBezTo>
                  <a:pt x="1546225" y="53975"/>
                  <a:pt x="1244600" y="0"/>
                  <a:pt x="1146175" y="200025"/>
                </a:cubicBezTo>
                <a:cubicBezTo>
                  <a:pt x="1047750" y="400050"/>
                  <a:pt x="1273175" y="962025"/>
                  <a:pt x="1184275" y="1247775"/>
                </a:cubicBezTo>
                <a:cubicBezTo>
                  <a:pt x="1095375" y="1533525"/>
                  <a:pt x="704850" y="1641475"/>
                  <a:pt x="612775" y="1914525"/>
                </a:cubicBezTo>
                <a:cubicBezTo>
                  <a:pt x="520700" y="2187575"/>
                  <a:pt x="733425" y="2597150"/>
                  <a:pt x="631825" y="2886075"/>
                </a:cubicBezTo>
                <a:cubicBezTo>
                  <a:pt x="530225" y="3175000"/>
                  <a:pt x="6350" y="3305175"/>
                  <a:pt x="3175" y="3648075"/>
                </a:cubicBezTo>
                <a:cubicBezTo>
                  <a:pt x="0" y="3990975"/>
                  <a:pt x="361950" y="4737100"/>
                  <a:pt x="612775" y="4943475"/>
                </a:cubicBezTo>
                <a:cubicBezTo>
                  <a:pt x="863600" y="5149850"/>
                  <a:pt x="1292225" y="4949825"/>
                  <a:pt x="1508125" y="4886325"/>
                </a:cubicBezTo>
              </a:path>
            </a:pathLst>
          </a:cu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5" name="Freeform 674"/>
          <p:cNvSpPr/>
          <p:nvPr/>
        </p:nvSpPr>
        <p:spPr>
          <a:xfrm>
            <a:off x="1080977" y="1435395"/>
            <a:ext cx="2044995" cy="4944140"/>
          </a:xfrm>
          <a:custGeom>
            <a:avLst/>
            <a:gdLst>
              <a:gd name="connsiteX0" fmla="*/ 2044995 w 2044995"/>
              <a:gd name="connsiteY0" fmla="*/ 0 h 4944140"/>
              <a:gd name="connsiteX1" fmla="*/ 1226288 w 2044995"/>
              <a:gd name="connsiteY1" fmla="*/ 1105786 h 4944140"/>
              <a:gd name="connsiteX2" fmla="*/ 1173125 w 2044995"/>
              <a:gd name="connsiteY2" fmla="*/ 2052084 h 4944140"/>
              <a:gd name="connsiteX3" fmla="*/ 609600 w 2044995"/>
              <a:gd name="connsiteY3" fmla="*/ 2764465 h 4944140"/>
              <a:gd name="connsiteX4" fmla="*/ 652130 w 2044995"/>
              <a:gd name="connsiteY4" fmla="*/ 3678865 h 4944140"/>
              <a:gd name="connsiteX5" fmla="*/ 67339 w 2044995"/>
              <a:gd name="connsiteY5" fmla="*/ 4412512 h 4944140"/>
              <a:gd name="connsiteX6" fmla="*/ 248093 w 2044995"/>
              <a:gd name="connsiteY6" fmla="*/ 4795284 h 4944140"/>
              <a:gd name="connsiteX7" fmla="*/ 971107 w 2044995"/>
              <a:gd name="connsiteY7" fmla="*/ 4944140 h 4944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44995" h="4944140">
                <a:moveTo>
                  <a:pt x="2044995" y="0"/>
                </a:moveTo>
                <a:cubicBezTo>
                  <a:pt x="1708297" y="381886"/>
                  <a:pt x="1371600" y="763772"/>
                  <a:pt x="1226288" y="1105786"/>
                </a:cubicBezTo>
                <a:cubicBezTo>
                  <a:pt x="1080976" y="1447800"/>
                  <a:pt x="1275906" y="1775638"/>
                  <a:pt x="1173125" y="2052084"/>
                </a:cubicBezTo>
                <a:cubicBezTo>
                  <a:pt x="1070344" y="2328530"/>
                  <a:pt x="696432" y="2493335"/>
                  <a:pt x="609600" y="2764465"/>
                </a:cubicBezTo>
                <a:cubicBezTo>
                  <a:pt x="522768" y="3035595"/>
                  <a:pt x="742507" y="3404191"/>
                  <a:pt x="652130" y="3678865"/>
                </a:cubicBezTo>
                <a:cubicBezTo>
                  <a:pt x="561753" y="3953539"/>
                  <a:pt x="134679" y="4226442"/>
                  <a:pt x="67339" y="4412512"/>
                </a:cubicBezTo>
                <a:cubicBezTo>
                  <a:pt x="0" y="4598582"/>
                  <a:pt x="97465" y="4706679"/>
                  <a:pt x="248093" y="4795284"/>
                </a:cubicBezTo>
                <a:cubicBezTo>
                  <a:pt x="398721" y="4883889"/>
                  <a:pt x="800986" y="4917559"/>
                  <a:pt x="971107" y="4944140"/>
                </a:cubicBezTo>
              </a:path>
            </a:pathLst>
          </a:cu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6" name="Freeform 675"/>
          <p:cNvSpPr/>
          <p:nvPr/>
        </p:nvSpPr>
        <p:spPr>
          <a:xfrm>
            <a:off x="666750" y="6296025"/>
            <a:ext cx="847725" cy="2324100"/>
          </a:xfrm>
          <a:custGeom>
            <a:avLst/>
            <a:gdLst>
              <a:gd name="connsiteX0" fmla="*/ 847725 w 847725"/>
              <a:gd name="connsiteY0" fmla="*/ 0 h 2324100"/>
              <a:gd name="connsiteX1" fmla="*/ 809625 w 847725"/>
              <a:gd name="connsiteY1" fmla="*/ 666750 h 2324100"/>
              <a:gd name="connsiteX2" fmla="*/ 638175 w 847725"/>
              <a:gd name="connsiteY2" fmla="*/ 1152525 h 2324100"/>
              <a:gd name="connsiteX3" fmla="*/ 0 w 847725"/>
              <a:gd name="connsiteY3" fmla="*/ 2324100 h 2324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7725" h="2324100">
                <a:moveTo>
                  <a:pt x="847725" y="0"/>
                </a:moveTo>
                <a:cubicBezTo>
                  <a:pt x="846137" y="237331"/>
                  <a:pt x="844550" y="474663"/>
                  <a:pt x="809625" y="666750"/>
                </a:cubicBezTo>
                <a:cubicBezTo>
                  <a:pt x="774700" y="858838"/>
                  <a:pt x="773112" y="876300"/>
                  <a:pt x="638175" y="1152525"/>
                </a:cubicBezTo>
                <a:cubicBezTo>
                  <a:pt x="503238" y="1428750"/>
                  <a:pt x="87312" y="2263775"/>
                  <a:pt x="0" y="2324100"/>
                </a:cubicBezTo>
              </a:path>
            </a:pathLst>
          </a:cu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81" name="Group 211"/>
          <p:cNvGrpSpPr>
            <a:grpSpLocks/>
          </p:cNvGrpSpPr>
          <p:nvPr/>
        </p:nvGrpSpPr>
        <p:grpSpPr bwMode="auto">
          <a:xfrm rot="566513">
            <a:off x="2215534" y="5861666"/>
            <a:ext cx="76201" cy="76199"/>
            <a:chOff x="109928025" y="112014000"/>
            <a:chExt cx="171450" cy="171450"/>
          </a:xfrm>
        </p:grpSpPr>
        <p:sp>
          <p:nvSpPr>
            <p:cNvPr id="682" name="AutoShape 212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683" name="Line 213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684" name="Group 211"/>
          <p:cNvGrpSpPr>
            <a:grpSpLocks/>
          </p:cNvGrpSpPr>
          <p:nvPr/>
        </p:nvGrpSpPr>
        <p:grpSpPr bwMode="auto">
          <a:xfrm rot="18563953">
            <a:off x="2977535" y="5851876"/>
            <a:ext cx="76201" cy="76199"/>
            <a:chOff x="109928025" y="112014000"/>
            <a:chExt cx="171450" cy="171450"/>
          </a:xfrm>
        </p:grpSpPr>
        <p:sp>
          <p:nvSpPr>
            <p:cNvPr id="685" name="AutoShape 212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686" name="Line 213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687" name="Group 211"/>
          <p:cNvGrpSpPr>
            <a:grpSpLocks/>
          </p:cNvGrpSpPr>
          <p:nvPr/>
        </p:nvGrpSpPr>
        <p:grpSpPr bwMode="auto">
          <a:xfrm rot="18563953">
            <a:off x="2758723" y="5675367"/>
            <a:ext cx="76201" cy="76199"/>
            <a:chOff x="109928025" y="112014000"/>
            <a:chExt cx="171450" cy="171450"/>
          </a:xfrm>
        </p:grpSpPr>
        <p:sp>
          <p:nvSpPr>
            <p:cNvPr id="688" name="AutoShape 212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689" name="Line 213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690" name="Group 211"/>
          <p:cNvGrpSpPr>
            <a:grpSpLocks/>
          </p:cNvGrpSpPr>
          <p:nvPr/>
        </p:nvGrpSpPr>
        <p:grpSpPr bwMode="auto">
          <a:xfrm rot="18563953">
            <a:off x="2834924" y="5730525"/>
            <a:ext cx="76201" cy="76199"/>
            <a:chOff x="109928025" y="112014000"/>
            <a:chExt cx="171450" cy="171450"/>
          </a:xfrm>
        </p:grpSpPr>
        <p:sp>
          <p:nvSpPr>
            <p:cNvPr id="691" name="AutoShape 212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692" name="Line 213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693" name="Group 211"/>
          <p:cNvGrpSpPr>
            <a:grpSpLocks/>
          </p:cNvGrpSpPr>
          <p:nvPr/>
        </p:nvGrpSpPr>
        <p:grpSpPr bwMode="auto">
          <a:xfrm rot="18563953">
            <a:off x="2905318" y="5795112"/>
            <a:ext cx="76201" cy="76199"/>
            <a:chOff x="109928025" y="112014000"/>
            <a:chExt cx="171450" cy="171450"/>
          </a:xfrm>
        </p:grpSpPr>
        <p:sp>
          <p:nvSpPr>
            <p:cNvPr id="694" name="AutoShape 212"/>
            <p:cNvSpPr>
              <a:spLocks noChangeArrowheads="1"/>
            </p:cNvSpPr>
            <p:nvPr/>
          </p:nvSpPr>
          <p:spPr bwMode="auto">
            <a:xfrm>
              <a:off x="109956600" y="112014000"/>
              <a:ext cx="114300" cy="171450"/>
            </a:xfrm>
            <a:custGeom>
              <a:avLst/>
              <a:gdLst>
                <a:gd name="T0" fmla="*/ 100013 w 21600"/>
                <a:gd name="T1" fmla="*/ 85725 h 21600"/>
                <a:gd name="T2" fmla="*/ 57150 w 21600"/>
                <a:gd name="T3" fmla="*/ 171450 h 21600"/>
                <a:gd name="T4" fmla="*/ 14288 w 21600"/>
                <a:gd name="T5" fmla="*/ 85725 h 21600"/>
                <a:gd name="T6" fmla="*/ 5715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9525" algn="in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  <p:sp>
          <p:nvSpPr>
            <p:cNvPr id="695" name="Line 213"/>
            <p:cNvSpPr>
              <a:spLocks noChangeShapeType="1"/>
            </p:cNvSpPr>
            <p:nvPr/>
          </p:nvSpPr>
          <p:spPr bwMode="auto">
            <a:xfrm>
              <a:off x="109928025" y="112014000"/>
              <a:ext cx="1714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36576" tIns="36576" rIns="36576" bIns="36576"/>
            <a:lstStyle/>
            <a:p>
              <a:endParaRPr lang="en-US"/>
            </a:p>
          </p:txBody>
        </p:sp>
      </p:grpSp>
      <p:grpSp>
        <p:nvGrpSpPr>
          <p:cNvPr id="696" name="Group 695"/>
          <p:cNvGrpSpPr/>
          <p:nvPr/>
        </p:nvGrpSpPr>
        <p:grpSpPr>
          <a:xfrm rot="1070006">
            <a:off x="768120" y="6384354"/>
            <a:ext cx="406505" cy="103750"/>
            <a:chOff x="3357748" y="5081093"/>
            <a:chExt cx="406505" cy="103750"/>
          </a:xfrm>
        </p:grpSpPr>
        <p:grpSp>
          <p:nvGrpSpPr>
            <p:cNvPr id="697" name="Group 376"/>
            <p:cNvGrpSpPr/>
            <p:nvPr/>
          </p:nvGrpSpPr>
          <p:grpSpPr>
            <a:xfrm rot="556338">
              <a:off x="3357748" y="5081093"/>
              <a:ext cx="294903" cy="83526"/>
              <a:chOff x="1676400" y="8229599"/>
              <a:chExt cx="496027" cy="120299"/>
            </a:xfrm>
          </p:grpSpPr>
          <p:grpSp>
            <p:nvGrpSpPr>
              <p:cNvPr id="705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709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710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706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707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708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  <p:grpSp>
          <p:nvGrpSpPr>
            <p:cNvPr id="698" name="Group 383"/>
            <p:cNvGrpSpPr/>
            <p:nvPr/>
          </p:nvGrpSpPr>
          <p:grpSpPr>
            <a:xfrm rot="556338">
              <a:off x="3469350" y="5101317"/>
              <a:ext cx="294903" cy="83526"/>
              <a:chOff x="1676400" y="8229599"/>
              <a:chExt cx="496027" cy="120299"/>
            </a:xfrm>
          </p:grpSpPr>
          <p:grpSp>
            <p:nvGrpSpPr>
              <p:cNvPr id="699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703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704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700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701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702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711" name="Group 710"/>
          <p:cNvGrpSpPr/>
          <p:nvPr/>
        </p:nvGrpSpPr>
        <p:grpSpPr>
          <a:xfrm rot="1070006">
            <a:off x="968146" y="6489129"/>
            <a:ext cx="406505" cy="103750"/>
            <a:chOff x="3357748" y="5081093"/>
            <a:chExt cx="406505" cy="103750"/>
          </a:xfrm>
        </p:grpSpPr>
        <p:grpSp>
          <p:nvGrpSpPr>
            <p:cNvPr id="712" name="Group 376"/>
            <p:cNvGrpSpPr/>
            <p:nvPr/>
          </p:nvGrpSpPr>
          <p:grpSpPr>
            <a:xfrm rot="556338">
              <a:off x="3357748" y="5081093"/>
              <a:ext cx="294903" cy="83526"/>
              <a:chOff x="1676400" y="8229599"/>
              <a:chExt cx="496027" cy="120299"/>
            </a:xfrm>
          </p:grpSpPr>
          <p:grpSp>
            <p:nvGrpSpPr>
              <p:cNvPr id="720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724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725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721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722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723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  <p:grpSp>
          <p:nvGrpSpPr>
            <p:cNvPr id="713" name="Group 383"/>
            <p:cNvGrpSpPr/>
            <p:nvPr/>
          </p:nvGrpSpPr>
          <p:grpSpPr>
            <a:xfrm rot="556338">
              <a:off x="3469350" y="5101317"/>
              <a:ext cx="294903" cy="83526"/>
              <a:chOff x="1676400" y="8229599"/>
              <a:chExt cx="496027" cy="120299"/>
            </a:xfrm>
          </p:grpSpPr>
          <p:grpSp>
            <p:nvGrpSpPr>
              <p:cNvPr id="714" name="Group 34"/>
              <p:cNvGrpSpPr>
                <a:grpSpLocks/>
              </p:cNvGrpSpPr>
              <p:nvPr/>
            </p:nvGrpSpPr>
            <p:grpSpPr bwMode="auto">
              <a:xfrm rot="16200000">
                <a:off x="2054764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718" name="Oval 35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719" name="Rectangle 36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  <p:grpSp>
            <p:nvGrpSpPr>
              <p:cNvPr id="715" name="Group 37"/>
              <p:cNvGrpSpPr>
                <a:grpSpLocks/>
              </p:cNvGrpSpPr>
              <p:nvPr/>
            </p:nvGrpSpPr>
            <p:grpSpPr bwMode="auto">
              <a:xfrm rot="16200000">
                <a:off x="1673763" y="8232236"/>
                <a:ext cx="120299" cy="115026"/>
                <a:chOff x="112445800" y="114096800"/>
                <a:chExt cx="171450" cy="171450"/>
              </a:xfrm>
            </p:grpSpPr>
            <p:sp>
              <p:nvSpPr>
                <p:cNvPr id="716" name="Oval 38"/>
                <p:cNvSpPr>
                  <a:spLocks noChangeArrowheads="1"/>
                </p:cNvSpPr>
                <p:nvPr/>
              </p:nvSpPr>
              <p:spPr bwMode="auto">
                <a:xfrm>
                  <a:off x="112471200" y="114128550"/>
                  <a:ext cx="114300" cy="114300"/>
                </a:xfrm>
                <a:prstGeom prst="ellipse">
                  <a:avLst/>
                </a:prstGeom>
                <a:noFill/>
                <a:ln w="9525" algn="in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  <p:sp>
              <p:nvSpPr>
                <p:cNvPr id="717" name="Rectangle 39"/>
                <p:cNvSpPr>
                  <a:spLocks noChangeArrowheads="1"/>
                </p:cNvSpPr>
                <p:nvPr/>
              </p:nvSpPr>
              <p:spPr bwMode="auto">
                <a:xfrm>
                  <a:off x="112445800" y="114096800"/>
                  <a:ext cx="171450" cy="171450"/>
                </a:xfrm>
                <a:prstGeom prst="rect">
                  <a:avLst/>
                </a:prstGeom>
                <a:noFill/>
                <a:ln w="9525" algn="in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36576" tIns="36576" rIns="36576" bIns="36576"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726" name="Group 725"/>
          <p:cNvGrpSpPr/>
          <p:nvPr/>
        </p:nvGrpSpPr>
        <p:grpSpPr>
          <a:xfrm rot="1311441">
            <a:off x="1262249" y="7075005"/>
            <a:ext cx="294903" cy="83526"/>
            <a:chOff x="1676400" y="8229599"/>
            <a:chExt cx="496027" cy="120299"/>
          </a:xfrm>
        </p:grpSpPr>
        <p:grpSp>
          <p:nvGrpSpPr>
            <p:cNvPr id="727" name="Group 34"/>
            <p:cNvGrpSpPr>
              <a:grpSpLocks/>
            </p:cNvGrpSpPr>
            <p:nvPr/>
          </p:nvGrpSpPr>
          <p:grpSpPr bwMode="auto">
            <a:xfrm rot="16200000">
              <a:off x="2054764" y="8232236"/>
              <a:ext cx="120299" cy="115026"/>
              <a:chOff x="112445800" y="114096800"/>
              <a:chExt cx="171450" cy="171450"/>
            </a:xfrm>
          </p:grpSpPr>
          <p:sp>
            <p:nvSpPr>
              <p:cNvPr id="731" name="Oval 35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732" name="Rectangle 36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  <p:grpSp>
          <p:nvGrpSpPr>
            <p:cNvPr id="728" name="Group 37"/>
            <p:cNvGrpSpPr>
              <a:grpSpLocks/>
            </p:cNvGrpSpPr>
            <p:nvPr/>
          </p:nvGrpSpPr>
          <p:grpSpPr bwMode="auto">
            <a:xfrm rot="16200000">
              <a:off x="1673763" y="8232236"/>
              <a:ext cx="120299" cy="115026"/>
              <a:chOff x="112445800" y="114096800"/>
              <a:chExt cx="171450" cy="171450"/>
            </a:xfrm>
          </p:grpSpPr>
          <p:sp>
            <p:nvSpPr>
              <p:cNvPr id="729" name="Oval 38"/>
              <p:cNvSpPr>
                <a:spLocks noChangeArrowheads="1"/>
              </p:cNvSpPr>
              <p:nvPr/>
            </p:nvSpPr>
            <p:spPr bwMode="auto">
              <a:xfrm>
                <a:off x="112471200" y="114128550"/>
                <a:ext cx="114300" cy="114300"/>
              </a:xfrm>
              <a:prstGeom prst="ellipse">
                <a:avLst/>
              </a:prstGeom>
              <a:noFill/>
              <a:ln w="9525" algn="in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  <p:sp>
            <p:nvSpPr>
              <p:cNvPr id="730" name="Rectangle 39"/>
              <p:cNvSpPr>
                <a:spLocks noChangeArrowheads="1"/>
              </p:cNvSpPr>
              <p:nvPr/>
            </p:nvSpPr>
            <p:spPr bwMode="auto">
              <a:xfrm>
                <a:off x="112445800" y="114096800"/>
                <a:ext cx="171450" cy="171450"/>
              </a:xfrm>
              <a:prstGeom prst="rect">
                <a:avLst/>
              </a:prstGeom>
              <a:noFill/>
              <a:ln w="9525" algn="in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36576" tIns="36576" rIns="36576" bIns="36576"/>
              <a:lstStyle/>
              <a:p>
                <a:endParaRPr lang="en-US"/>
              </a:p>
            </p:txBody>
          </p:sp>
        </p:grpSp>
      </p:grpSp>
      <p:cxnSp>
        <p:nvCxnSpPr>
          <p:cNvPr id="734" name="Straight Connector 733"/>
          <p:cNvCxnSpPr/>
          <p:nvPr/>
        </p:nvCxnSpPr>
        <p:spPr>
          <a:xfrm>
            <a:off x="1181100" y="6858000"/>
            <a:ext cx="609600" cy="228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5" name="Straight Connector 734"/>
          <p:cNvCxnSpPr/>
          <p:nvPr/>
        </p:nvCxnSpPr>
        <p:spPr>
          <a:xfrm>
            <a:off x="1371600" y="8686800"/>
            <a:ext cx="609600" cy="2286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2" name="Group 741"/>
          <p:cNvGrpSpPr/>
          <p:nvPr/>
        </p:nvGrpSpPr>
        <p:grpSpPr>
          <a:xfrm>
            <a:off x="2381250" y="6477000"/>
            <a:ext cx="247650" cy="228600"/>
            <a:chOff x="2381250" y="6477000"/>
            <a:chExt cx="247650" cy="228600"/>
          </a:xfrm>
        </p:grpSpPr>
        <p:cxnSp>
          <p:nvCxnSpPr>
            <p:cNvPr id="736" name="Straight Connector 735"/>
            <p:cNvCxnSpPr/>
            <p:nvPr/>
          </p:nvCxnSpPr>
          <p:spPr>
            <a:xfrm flipH="1">
              <a:off x="2552700" y="6477000"/>
              <a:ext cx="76200" cy="2286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737"/>
            <p:cNvCxnSpPr/>
            <p:nvPr/>
          </p:nvCxnSpPr>
          <p:spPr>
            <a:xfrm flipH="1">
              <a:off x="2381250" y="6477000"/>
              <a:ext cx="228600" cy="762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3" name="Group 742"/>
          <p:cNvGrpSpPr/>
          <p:nvPr/>
        </p:nvGrpSpPr>
        <p:grpSpPr>
          <a:xfrm rot="8442949">
            <a:off x="1395003" y="6454806"/>
            <a:ext cx="247650" cy="228600"/>
            <a:chOff x="2381250" y="6477000"/>
            <a:chExt cx="247650" cy="228600"/>
          </a:xfrm>
        </p:grpSpPr>
        <p:cxnSp>
          <p:nvCxnSpPr>
            <p:cNvPr id="744" name="Straight Connector 743"/>
            <p:cNvCxnSpPr/>
            <p:nvPr/>
          </p:nvCxnSpPr>
          <p:spPr>
            <a:xfrm flipH="1">
              <a:off x="2552700" y="6477000"/>
              <a:ext cx="76200" cy="2286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744"/>
            <p:cNvCxnSpPr/>
            <p:nvPr/>
          </p:nvCxnSpPr>
          <p:spPr>
            <a:xfrm flipH="1">
              <a:off x="2381250" y="6477000"/>
              <a:ext cx="228600" cy="762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6" name="Rounded Rectangle 745"/>
          <p:cNvSpPr/>
          <p:nvPr/>
        </p:nvSpPr>
        <p:spPr>
          <a:xfrm>
            <a:off x="2133600" y="5105400"/>
            <a:ext cx="6096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C1</a:t>
            </a:r>
            <a:endParaRPr lang="en-US" dirty="0"/>
          </a:p>
        </p:txBody>
      </p:sp>
      <p:sp>
        <p:nvSpPr>
          <p:cNvPr id="747" name="Rounded Rectangle 746"/>
          <p:cNvSpPr/>
          <p:nvPr/>
        </p:nvSpPr>
        <p:spPr>
          <a:xfrm>
            <a:off x="3581400" y="2590800"/>
            <a:ext cx="6096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C2</a:t>
            </a:r>
            <a:endParaRPr lang="en-US" dirty="0"/>
          </a:p>
        </p:txBody>
      </p:sp>
      <p:sp>
        <p:nvSpPr>
          <p:cNvPr id="748" name="Rounded Rectangle 747"/>
          <p:cNvSpPr/>
          <p:nvPr/>
        </p:nvSpPr>
        <p:spPr>
          <a:xfrm>
            <a:off x="2667000" y="762000"/>
            <a:ext cx="6096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C4</a:t>
            </a:r>
            <a:endParaRPr lang="en-US" dirty="0"/>
          </a:p>
        </p:txBody>
      </p:sp>
      <p:sp>
        <p:nvSpPr>
          <p:cNvPr id="749" name="Rounded Rectangle 748"/>
          <p:cNvSpPr/>
          <p:nvPr/>
        </p:nvSpPr>
        <p:spPr>
          <a:xfrm>
            <a:off x="5715000" y="1143000"/>
            <a:ext cx="609600" cy="381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3511</TotalTime>
  <Words>5</Words>
  <Application>Microsoft Office PowerPoint</Application>
  <PresentationFormat>On-screen Show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Default Design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Mike Whitney</dc:creator>
  <cp:lastModifiedBy>Michael Whitney</cp:lastModifiedBy>
  <cp:revision>46</cp:revision>
  <dcterms:created xsi:type="dcterms:W3CDTF">2012-06-30T16:30:43Z</dcterms:created>
  <dcterms:modified xsi:type="dcterms:W3CDTF">2016-04-15T22:54:36Z</dcterms:modified>
</cp:coreProperties>
</file>